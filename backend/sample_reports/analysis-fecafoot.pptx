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2025-01-01</c:v>
                  </c:pt>
                  <c:pt idx="1">
                    <c:v>2025-01-02</c:v>
                  </c:pt>
                  <c:pt idx="2">
                    <c:v>2025-01-03</c:v>
                  </c:pt>
                  <c:pt idx="3">
                    <c:v>2025-01-04</c:v>
                  </c:pt>
                  <c:pt idx="4">
                    <c:v>2025-01-05</c:v>
                  </c:pt>
                  <c:pt idx="5">
                    <c:v>2025-01-06</c:v>
                  </c:pt>
                  <c:pt idx="6">
                    <c:v>2025-01-07</c:v>
                  </c:pt>
                  <c:pt idx="7">
                    <c:v>2025-01-08</c:v>
                  </c:pt>
                  <c:pt idx="8">
                    <c:v>2025-01-09</c:v>
                  </c:pt>
                  <c:pt idx="9">
                    <c:v>2025-01-10</c:v>
                  </c:pt>
                  <c:pt idx="10">
                    <c:v>2025-01-11</c:v>
                  </c:pt>
                  <c:pt idx="11">
                    <c:v>2025-01-12</c:v>
                  </c:pt>
                  <c:pt idx="12">
                    <c:v>2025-01-13</c:v>
                  </c:pt>
                  <c:pt idx="13">
                    <c:v>2025-01-14</c:v>
                  </c:pt>
                  <c:pt idx="14">
                    <c:v>2025-01-15</c:v>
                  </c:pt>
                  <c:pt idx="15">
                    <c:v>2025-01-16</c:v>
                  </c:pt>
                  <c:pt idx="16">
                    <c:v>2025-01-17</c:v>
                  </c:pt>
                  <c:pt idx="17">
                    <c:v>2025-01-18</c:v>
                  </c:pt>
                  <c:pt idx="18">
                    <c:v>2025-01-19</c:v>
                  </c:pt>
                  <c:pt idx="19">
                    <c:v>2025-01-20</c:v>
                  </c:pt>
                  <c:pt idx="20">
                    <c:v>2025-01-21</c:v>
                  </c:pt>
                  <c:pt idx="21">
                    <c:v>2025-01-22</c:v>
                  </c:pt>
                  <c:pt idx="22">
                    <c:v>2025-01-23</c:v>
                  </c:pt>
                  <c:pt idx="23">
                    <c:v>2025-01-24</c:v>
                  </c:pt>
                  <c:pt idx="24">
                    <c:v>2025-01-25</c:v>
                  </c:pt>
                  <c:pt idx="25">
                    <c:v>2025-01-26</c:v>
                  </c:pt>
                  <c:pt idx="26">
                    <c:v>2025-01-27</c:v>
                  </c:pt>
                  <c:pt idx="27">
                    <c:v>2025-01-28</c:v>
                  </c:pt>
                  <c:pt idx="28">
                    <c:v>2025-01-29</c:v>
                  </c:pt>
                  <c:pt idx="29">
                    <c:v>2025-01-30</c:v>
                  </c:pt>
                  <c:pt idx="30">
                    <c:v>2025-01-31</c:v>
                  </c:pt>
                  <c:pt idx="31">
                    <c:v>2025-02-01</c:v>
                  </c:pt>
                  <c:pt idx="32">
                    <c:v>2025-02-02</c:v>
                  </c:pt>
                  <c:pt idx="33">
                    <c:v>2025-02-03</c:v>
                  </c:pt>
                  <c:pt idx="34">
                    <c:v>2025-02-04</c:v>
                  </c:pt>
                  <c:pt idx="35">
                    <c:v>2025-02-05</c:v>
                  </c:pt>
                  <c:pt idx="36">
                    <c:v>2025-02-06</c:v>
                  </c:pt>
                  <c:pt idx="37">
                    <c:v>2025-02-07</c:v>
                  </c:pt>
                  <c:pt idx="38">
                    <c:v>2025-02-08</c:v>
                  </c:pt>
                  <c:pt idx="39">
                    <c:v>2025-02-09</c:v>
                  </c:pt>
                  <c:pt idx="40">
                    <c:v>2025-02-10</c:v>
                  </c:pt>
                  <c:pt idx="41">
                    <c:v>2025-02-11</c:v>
                  </c:pt>
                  <c:pt idx="42">
                    <c:v>2025-02-12</c:v>
                  </c:pt>
                  <c:pt idx="43">
                    <c:v>2025-02-13</c:v>
                  </c:pt>
                  <c:pt idx="44">
                    <c:v>2025-02-14</c:v>
                  </c:pt>
                  <c:pt idx="45">
                    <c:v>2025-02-15</c:v>
                  </c:pt>
                  <c:pt idx="46">
                    <c:v>2025-02-16</c:v>
                  </c:pt>
                  <c:pt idx="47">
                    <c:v>2025-02-17</c:v>
                  </c:pt>
                  <c:pt idx="48">
                    <c:v>2025-02-18</c:v>
                  </c:pt>
                  <c:pt idx="49">
                    <c:v>2025-02-19</c:v>
                  </c:pt>
                  <c:pt idx="50">
                    <c:v>2025-02-20</c:v>
                  </c:pt>
                  <c:pt idx="51">
                    <c:v>2025-02-21</c:v>
                  </c:pt>
                  <c:pt idx="52">
                    <c:v>2025-02-22</c:v>
                  </c:pt>
                  <c:pt idx="53">
                    <c:v>2025-02-23</c:v>
                  </c:pt>
                  <c:pt idx="54">
                    <c:v>2025-02-24</c:v>
                  </c:pt>
                  <c:pt idx="55">
                    <c:v>2025-02-25</c:v>
                  </c:pt>
                  <c:pt idx="56">
                    <c:v>2025-02-26</c:v>
                  </c:pt>
                  <c:pt idx="57">
                    <c:v>2025-02-27</c:v>
                  </c:pt>
                  <c:pt idx="58">
                    <c:v>2025-02-28</c:v>
                  </c:pt>
                  <c:pt idx="59">
                    <c:v>2025-03-01</c:v>
                  </c:pt>
                  <c:pt idx="60">
                    <c:v>2025-03-02</c:v>
                  </c:pt>
                  <c:pt idx="61">
                    <c:v>2025-03-03</c:v>
                  </c:pt>
                  <c:pt idx="62">
                    <c:v>2025-03-04</c:v>
                  </c:pt>
                  <c:pt idx="63">
                    <c:v>2025-03-05</c:v>
                  </c:pt>
                  <c:pt idx="64">
                    <c:v>2025-03-06</c:v>
                  </c:pt>
                  <c:pt idx="65">
                    <c:v>2025-03-07</c:v>
                  </c:pt>
                  <c:pt idx="66">
                    <c:v>2025-03-08</c:v>
                  </c:pt>
                  <c:pt idx="67">
                    <c:v>2025-03-09</c:v>
                  </c:pt>
                  <c:pt idx="68">
                    <c:v>2025-03-10</c:v>
                  </c:pt>
                  <c:pt idx="69">
                    <c:v>2025-03-11</c:v>
                  </c:pt>
                  <c:pt idx="70">
                    <c:v>2025-03-12</c:v>
                  </c:pt>
                  <c:pt idx="71">
                    <c:v>2025-03-13</c:v>
                  </c:pt>
                  <c:pt idx="72">
                    <c:v>2025-03-14</c:v>
                  </c:pt>
                  <c:pt idx="73">
                    <c:v>2025-03-15</c:v>
                  </c:pt>
                  <c:pt idx="74">
                    <c:v>2025-03-16</c:v>
                  </c:pt>
                  <c:pt idx="75">
                    <c:v>2025-03-17</c:v>
                  </c:pt>
                  <c:pt idx="76">
                    <c:v>2025-03-18</c:v>
                  </c:pt>
                  <c:pt idx="77">
                    <c:v>2025-03-19</c:v>
                  </c:pt>
                  <c:pt idx="78">
                    <c:v>2025-03-20</c:v>
                  </c:pt>
                  <c:pt idx="79">
                    <c:v>2025-03-21</c:v>
                  </c:pt>
                  <c:pt idx="80">
                    <c:v>2025-03-22</c:v>
                  </c:pt>
                  <c:pt idx="81">
                    <c:v>2025-03-23</c:v>
                  </c:pt>
                  <c:pt idx="82">
                    <c:v>2025-03-24</c:v>
                  </c:pt>
                  <c:pt idx="83">
                    <c:v>2025-03-25</c:v>
                  </c:pt>
                  <c:pt idx="84">
                    <c:v>2025-03-26</c:v>
                  </c:pt>
                  <c:pt idx="85">
                    <c:v>2025-03-27</c:v>
                  </c:pt>
                  <c:pt idx="86">
                    <c:v>2025-03-28</c:v>
                  </c:pt>
                  <c:pt idx="87">
                    <c:v>2025-03-29</c:v>
                  </c:pt>
                  <c:pt idx="88">
                    <c:v>2025-03-30</c:v>
                  </c:pt>
                  <c:pt idx="89">
                    <c:v>2025-03-31</c:v>
                  </c:pt>
                  <c:pt idx="90">
                    <c:v>2025-04-01</c:v>
                  </c:pt>
                  <c:pt idx="91">
                    <c:v>2025-04-02</c:v>
                  </c:pt>
                  <c:pt idx="92">
                    <c:v>2025-04-03</c:v>
                  </c:pt>
                  <c:pt idx="93">
                    <c:v>2025-04-04</c:v>
                  </c:pt>
                  <c:pt idx="94">
                    <c:v>2025-04-05</c:v>
                  </c:pt>
                  <c:pt idx="95">
                    <c:v>2025-04-06</c:v>
                  </c:pt>
                  <c:pt idx="96">
                    <c:v>2025-04-07</c:v>
                  </c:pt>
                  <c:pt idx="97">
                    <c:v>2025-04-08</c:v>
                  </c:pt>
                  <c:pt idx="98">
                    <c:v>2025-04-09</c:v>
                  </c:pt>
                  <c:pt idx="99">
                    <c:v>2025-04-10</c:v>
                  </c:pt>
                  <c:pt idx="100">
                    <c:v>2025-04-11</c:v>
                  </c:pt>
                  <c:pt idx="101">
                    <c:v>2025-04-12</c:v>
                  </c:pt>
                  <c:pt idx="102">
                    <c:v>2025-04-13</c:v>
                  </c:pt>
                  <c:pt idx="103">
                    <c:v>2025-04-14</c:v>
                  </c:pt>
                  <c:pt idx="104">
                    <c:v>2025-04-15</c:v>
                  </c:pt>
                  <c:pt idx="105">
                    <c:v>2025-04-16</c:v>
                  </c:pt>
                  <c:pt idx="106">
                    <c:v>2025-04-17</c:v>
                  </c:pt>
                  <c:pt idx="107">
                    <c:v>2025-04-18</c:v>
                  </c:pt>
                  <c:pt idx="108">
                    <c:v>2025-04-19</c:v>
                  </c:pt>
                  <c:pt idx="109">
                    <c:v>2025-04-20</c:v>
                  </c:pt>
                  <c:pt idx="110">
                    <c:v>2025-04-21</c:v>
                  </c:pt>
                  <c:pt idx="111">
                    <c:v>2025-04-22</c:v>
                  </c:pt>
                  <c:pt idx="112">
                    <c:v>2025-04-23</c:v>
                  </c:pt>
                  <c:pt idx="113">
                    <c:v>2025-04-24</c:v>
                  </c:pt>
                  <c:pt idx="114">
                    <c:v>2025-04-25</c:v>
                  </c:pt>
                  <c:pt idx="115">
                    <c:v>2025-04-26</c:v>
                  </c:pt>
                  <c:pt idx="116">
                    <c:v>2025-04-27</c:v>
                  </c:pt>
                  <c:pt idx="117">
                    <c:v>2025-04-28</c:v>
                  </c:pt>
                  <c:pt idx="118">
                    <c:v>2025-04-29</c:v>
                  </c:pt>
                  <c:pt idx="119">
                    <c:v>2025-04-30</c:v>
                  </c:pt>
                  <c:pt idx="120">
                    <c:v>2025-05-01</c:v>
                  </c:pt>
                  <c:pt idx="121">
                    <c:v>2025-05-02</c:v>
                  </c:pt>
                  <c:pt idx="122">
                    <c:v>2025-05-03</c:v>
                  </c:pt>
                  <c:pt idx="123">
                    <c:v>2025-05-04</c:v>
                  </c:pt>
                  <c:pt idx="124">
                    <c:v>2025-05-05</c:v>
                  </c:pt>
                  <c:pt idx="125">
                    <c:v>2025-05-06</c:v>
                  </c:pt>
                  <c:pt idx="126">
                    <c:v>2025-05-07</c:v>
                  </c:pt>
                  <c:pt idx="127">
                    <c:v>2025-05-08</c:v>
                  </c:pt>
                  <c:pt idx="128">
                    <c:v>2025-05-09</c:v>
                  </c:pt>
                  <c:pt idx="129">
                    <c:v>2025-05-10</c:v>
                  </c:pt>
                  <c:pt idx="130">
                    <c:v>2025-05-11</c:v>
                  </c:pt>
                  <c:pt idx="131">
                    <c:v>2025-05-12</c:v>
                  </c:pt>
                  <c:pt idx="132">
                    <c:v>2025-05-13</c:v>
                  </c:pt>
                  <c:pt idx="133">
                    <c:v>2025-05-14</c:v>
                  </c:pt>
                  <c:pt idx="134">
                    <c:v>2025-05-15</c:v>
                  </c:pt>
                  <c:pt idx="135">
                    <c:v>2025-05-16</c:v>
                  </c:pt>
                  <c:pt idx="136">
                    <c:v>2025-05-17</c:v>
                  </c:pt>
                  <c:pt idx="137">
                    <c:v>2025-05-18</c:v>
                  </c:pt>
                  <c:pt idx="138">
                    <c:v>2025-05-19</c:v>
                  </c:pt>
                  <c:pt idx="139">
                    <c:v>2025-05-20</c:v>
                  </c:pt>
                  <c:pt idx="140">
                    <c:v>2025-05-21</c:v>
                  </c:pt>
                  <c:pt idx="141">
                    <c:v>2025-05-22</c:v>
                  </c:pt>
                  <c:pt idx="142">
                    <c:v>2025-05-23</c:v>
                  </c:pt>
                  <c:pt idx="143">
                    <c:v>2025-05-24</c:v>
                  </c:pt>
                  <c:pt idx="144">
                    <c:v>2025-05-25</c:v>
                  </c:pt>
                  <c:pt idx="145">
                    <c:v>2025-05-26</c:v>
                  </c:pt>
                  <c:pt idx="146">
                    <c:v>2025-05-27</c:v>
                  </c:pt>
                  <c:pt idx="147">
                    <c:v>2025-05-28</c:v>
                  </c:pt>
                  <c:pt idx="148">
                    <c:v>2025-05-29</c:v>
                  </c:pt>
                  <c:pt idx="149">
                    <c:v>2025-05-30</c:v>
                  </c:pt>
                  <c:pt idx="150">
                    <c:v>2025-05-31</c:v>
                  </c:pt>
                  <c:pt idx="151">
                    <c:v>2025-06-01</c:v>
                  </c:pt>
                  <c:pt idx="152">
                    <c:v>2025-06-02</c:v>
                  </c:pt>
                  <c:pt idx="153">
                    <c:v>2025-06-03</c:v>
                  </c:pt>
                  <c:pt idx="154">
                    <c:v>2025-06-04</c:v>
                  </c:pt>
                  <c:pt idx="155">
                    <c:v>2025-06-05</c:v>
                  </c:pt>
                  <c:pt idx="156">
                    <c:v>2025-06-06</c:v>
                  </c:pt>
                  <c:pt idx="157">
                    <c:v>2025-06-07</c:v>
                  </c:pt>
                  <c:pt idx="158">
                    <c:v>2025-06-08</c:v>
                  </c:pt>
                  <c:pt idx="159">
                    <c:v>2025-06-09</c:v>
                  </c:pt>
                  <c:pt idx="160">
                    <c:v>2025-06-10</c:v>
                  </c:pt>
                  <c:pt idx="161">
                    <c:v>2025-06-11</c:v>
                  </c:pt>
                  <c:pt idx="162">
                    <c:v>2025-06-12</c:v>
                  </c:pt>
                  <c:pt idx="163">
                    <c:v>2025-06-13</c:v>
                  </c:pt>
                  <c:pt idx="164">
                    <c:v>2025-06-14</c:v>
                  </c:pt>
                  <c:pt idx="165">
                    <c:v>2025-06-15</c:v>
                  </c:pt>
                  <c:pt idx="166">
                    <c:v>2025-06-16</c:v>
                  </c:pt>
                  <c:pt idx="167">
                    <c:v>2025-06-17</c:v>
                  </c:pt>
                  <c:pt idx="168">
                    <c:v>2025-06-18</c:v>
                  </c:pt>
                  <c:pt idx="169">
                    <c:v>2025-06-19</c:v>
                  </c:pt>
                  <c:pt idx="170">
                    <c:v>2025-06-20</c:v>
                  </c:pt>
                  <c:pt idx="171">
                    <c:v>2025-06-21</c:v>
                  </c:pt>
                  <c:pt idx="172">
                    <c:v>2025-06-22</c:v>
                  </c:pt>
                  <c:pt idx="173">
                    <c:v>2025-06-23</c:v>
                  </c:pt>
                  <c:pt idx="174">
                    <c:v>2025-06-24</c:v>
                  </c:pt>
                  <c:pt idx="175">
                    <c:v>2025-06-25</c:v>
                  </c:pt>
                  <c:pt idx="176">
                    <c:v>2025-06-26</c:v>
                  </c:pt>
                  <c:pt idx="177">
                    <c:v>2025-06-27</c:v>
                  </c:pt>
                  <c:pt idx="178">
                    <c:v>2025-06-28</c:v>
                  </c:pt>
                  <c:pt idx="179">
                    <c:v>2025-06-29</c:v>
                  </c:pt>
                  <c:pt idx="180">
                    <c:v>2025-06-30</c:v>
                  </c:pt>
                  <c:pt idx="181">
                    <c:v>2025-07-01</c:v>
                  </c:pt>
                  <c:pt idx="182">
                    <c:v>2025-07-02</c:v>
                  </c:pt>
                  <c:pt idx="183">
                    <c:v>2025-07-03</c:v>
                  </c:pt>
                  <c:pt idx="184">
                    <c:v>2025-07-04</c:v>
                  </c:pt>
                  <c:pt idx="185">
                    <c:v>2025-07-05</c:v>
                  </c:pt>
                  <c:pt idx="186">
                    <c:v>2025-07-06</c:v>
                  </c:pt>
                  <c:pt idx="187">
                    <c:v>2025-07-07</c:v>
                  </c:pt>
                  <c:pt idx="188">
                    <c:v>2025-07-08</c:v>
                  </c:pt>
                  <c:pt idx="189">
                    <c:v>2025-07-09</c:v>
                  </c:pt>
                  <c:pt idx="190">
                    <c:v>2025-07-10</c:v>
                  </c:pt>
                  <c:pt idx="191">
                    <c:v>2025-07-11</c:v>
                  </c:pt>
                  <c:pt idx="192">
                    <c:v>2025-07-12</c:v>
                  </c:pt>
                  <c:pt idx="193">
                    <c:v>2025-07-13</c:v>
                  </c:pt>
                  <c:pt idx="194">
                    <c:v>2025-07-14</c:v>
                  </c:pt>
                  <c:pt idx="195">
                    <c:v>2025-07-15</c:v>
                  </c:pt>
                  <c:pt idx="196">
                    <c:v>2025-07-16</c:v>
                  </c:pt>
                  <c:pt idx="197">
                    <c:v>2025-07-17</c:v>
                  </c:pt>
                  <c:pt idx="198">
                    <c:v>2025-07-18</c:v>
                  </c:pt>
                  <c:pt idx="199">
                    <c:v>2025-07-19</c:v>
                  </c:pt>
                  <c:pt idx="200">
                    <c:v>2025-07-20</c:v>
                  </c:pt>
                  <c:pt idx="201">
                    <c:v>2025-07-21</c:v>
                  </c:pt>
                  <c:pt idx="202">
                    <c:v>2025-07-22</c:v>
                  </c:pt>
                  <c:pt idx="203">
                    <c:v>2025-07-23</c:v>
                  </c:pt>
                  <c:pt idx="204">
                    <c:v>2025-07-24</c:v>
                  </c:pt>
                  <c:pt idx="205">
                    <c:v>2025-07-25</c:v>
                  </c:pt>
                  <c:pt idx="206">
                    <c:v>2025-07-26</c:v>
                  </c:pt>
                  <c:pt idx="207">
                    <c:v>2025-07-27</c:v>
                  </c:pt>
                  <c:pt idx="208">
                    <c:v>2025-07-28</c:v>
                  </c:pt>
                  <c:pt idx="209">
                    <c:v>2025-07-29</c:v>
                  </c:pt>
                  <c:pt idx="210">
                    <c:v>2025-07-30</c:v>
                  </c:pt>
                  <c:pt idx="211">
                    <c:v>2025-07-31</c:v>
                  </c:pt>
                  <c:pt idx="212">
                    <c:v>2025-08-01</c:v>
                  </c:pt>
                  <c:pt idx="213">
                    <c:v>2025-08-02</c:v>
                  </c:pt>
                  <c:pt idx="214">
                    <c:v>2025-08-03</c:v>
                  </c:pt>
                  <c:pt idx="215">
                    <c:v>2025-08-04</c:v>
                  </c:pt>
                  <c:pt idx="216">
                    <c:v>2025-08-05</c:v>
                  </c:pt>
                  <c:pt idx="217">
                    <c:v>2025-08-06</c:v>
                  </c:pt>
                  <c:pt idx="218">
                    <c:v>2025-08-07</c:v>
                  </c:pt>
                  <c:pt idx="219">
                    <c:v>2025-08-08</c:v>
                  </c:pt>
                  <c:pt idx="220">
                    <c:v>2025-08-09</c:v>
                  </c:pt>
                  <c:pt idx="221">
                    <c:v>2025-08-10</c:v>
                  </c:pt>
                  <c:pt idx="222">
                    <c:v>2025-08-11</c:v>
                  </c:pt>
                  <c:pt idx="223">
                    <c:v>2025-08-12</c:v>
                  </c:pt>
                  <c:pt idx="224">
                    <c:v>2025-08-13</c:v>
                  </c:pt>
                  <c:pt idx="225">
                    <c:v>2025-08-14</c:v>
                  </c:pt>
                  <c:pt idx="226">
                    <c:v>2025-08-15</c:v>
                  </c:pt>
                  <c:pt idx="227">
                    <c:v>2025-08-16</c:v>
                  </c:pt>
                  <c:pt idx="228">
                    <c:v>2025-08-17</c:v>
                  </c:pt>
                  <c:pt idx="229">
                    <c:v>2025-08-18</c:v>
                  </c:pt>
                  <c:pt idx="230">
                    <c:v>2025-08-19</c:v>
                  </c:pt>
                  <c:pt idx="231">
                    <c:v>2025-08-20</c:v>
                  </c:pt>
                  <c:pt idx="232">
                    <c:v>2025-08-21</c:v>
                  </c:pt>
                  <c:pt idx="233">
                    <c:v>2025-08-22</c:v>
                  </c:pt>
                  <c:pt idx="234">
                    <c:v>2025-08-23</c:v>
                  </c:pt>
                  <c:pt idx="235">
                    <c:v>2025-08-24</c:v>
                  </c:pt>
                  <c:pt idx="236">
                    <c:v>2025-08-25</c:v>
                  </c:pt>
                  <c:pt idx="237">
                    <c:v>2025-08-26</c:v>
                  </c:pt>
                  <c:pt idx="238">
                    <c:v>2025-08-27</c:v>
                  </c:pt>
                  <c:pt idx="239">
                    <c:v>2025-08-28</c:v>
                  </c:pt>
                  <c:pt idx="240">
                    <c:v>2025-08-29</c:v>
                  </c:pt>
                  <c:pt idx="241">
                    <c:v>2025-08-30</c:v>
                  </c:pt>
                  <c:pt idx="242">
                    <c:v>2025-08-31</c:v>
                  </c:pt>
                  <c:pt idx="243">
                    <c:v>2025-09-01</c:v>
                  </c:pt>
                  <c:pt idx="244">
                    <c:v>2025-09-02</c:v>
                  </c:pt>
                  <c:pt idx="245">
                    <c:v>2025-09-03</c:v>
                  </c:pt>
                  <c:pt idx="246">
                    <c:v>2025-09-04</c:v>
                  </c:pt>
                  <c:pt idx="247">
                    <c:v>2025-09-05</c:v>
                  </c:pt>
                  <c:pt idx="248">
                    <c:v>2025-09-06</c:v>
                  </c:pt>
                  <c:pt idx="249">
                    <c:v>2025-09-07</c:v>
                  </c:pt>
                  <c:pt idx="250">
                    <c:v>2025-09-08</c:v>
                  </c:pt>
                  <c:pt idx="251">
                    <c:v>2025-09-09</c:v>
                  </c:pt>
                  <c:pt idx="252">
                    <c:v>2025-09-10</c:v>
                  </c:pt>
                  <c:pt idx="253">
                    <c:v>2025-09-11</c:v>
                  </c:pt>
                  <c:pt idx="254">
                    <c:v>2025-09-12</c:v>
                  </c:pt>
                  <c:pt idx="255">
                    <c:v>2025-09-13</c:v>
                  </c:pt>
                  <c:pt idx="256">
                    <c:v>2025-09-14</c:v>
                  </c:pt>
                  <c:pt idx="257">
                    <c:v>2025-09-15</c:v>
                  </c:pt>
                  <c:pt idx="258">
                    <c:v>2025-09-16</c:v>
                  </c:pt>
                  <c:pt idx="259">
                    <c:v>2025-09-17</c:v>
                  </c:pt>
                  <c:pt idx="260">
                    <c:v>2025-09-18</c:v>
                  </c:pt>
                  <c:pt idx="261">
                    <c:v>2025-09-19</c:v>
                  </c:pt>
                  <c:pt idx="262">
                    <c:v>2025-09-20</c:v>
                  </c:pt>
                  <c:pt idx="263">
                    <c:v>2025-09-21</c:v>
                  </c:pt>
                  <c:pt idx="264">
                    <c:v>2025-09-22</c:v>
                  </c:pt>
                  <c:pt idx="265">
                    <c:v>2025-09-23</c:v>
                  </c:pt>
                  <c:pt idx="266">
                    <c:v>2025-09-24</c:v>
                  </c:pt>
                  <c:pt idx="267">
                    <c:v>2025-09-25</c:v>
                  </c:pt>
                  <c:pt idx="268">
                    <c:v>2025-09-26</c:v>
                  </c:pt>
                  <c:pt idx="269">
                    <c:v>2025-09-27</c:v>
                  </c:pt>
                  <c:pt idx="270">
                    <c:v>2025-09-28</c:v>
                  </c:pt>
                  <c:pt idx="271">
                    <c:v>2025-09-29</c:v>
                  </c:pt>
                  <c:pt idx="272">
                    <c:v>2025-09-30</c:v>
                  </c:pt>
                  <c:pt idx="273">
                    <c:v>2025-10-01</c:v>
                  </c:pt>
                  <c:pt idx="274">
                    <c:v>2025-10-02</c:v>
                  </c:pt>
                  <c:pt idx="275">
                    <c:v>2025-10-03</c:v>
                  </c:pt>
                  <c:pt idx="276">
                    <c:v>2025-10-04</c:v>
                  </c:pt>
                  <c:pt idx="277">
                    <c:v>2025-10-05</c:v>
                  </c:pt>
                  <c:pt idx="278">
                    <c:v>2025-10-06</c:v>
                  </c:pt>
                  <c:pt idx="279">
                    <c:v>2025-10-07</c:v>
                  </c:pt>
                  <c:pt idx="280">
                    <c:v>2025-10-08</c:v>
                  </c:pt>
                  <c:pt idx="281">
                    <c:v>2025-10-09</c:v>
                  </c:pt>
                  <c:pt idx="282">
                    <c:v>2025-10-10</c:v>
                  </c:pt>
                  <c:pt idx="283">
                    <c:v>2025-10-11</c:v>
                  </c:pt>
                  <c:pt idx="284">
                    <c:v>2025-10-12</c:v>
                  </c:pt>
                  <c:pt idx="285">
                    <c:v>2025-10-13</c:v>
                  </c:pt>
                  <c:pt idx="286">
                    <c:v>2025-10-14</c:v>
                  </c:pt>
                  <c:pt idx="287">
                    <c:v>2025-10-15</c:v>
                  </c:pt>
                  <c:pt idx="288">
                    <c:v>2025-10-16</c:v>
                  </c:pt>
                  <c:pt idx="289">
                    <c:v>2025-10-17</c:v>
                  </c:pt>
                  <c:pt idx="290">
                    <c:v>2025-10-18</c:v>
                  </c:pt>
                  <c:pt idx="291">
                    <c:v>2025-10-19</c:v>
                  </c:pt>
                  <c:pt idx="292">
                    <c:v>2025-10-20</c:v>
                  </c:pt>
                  <c:pt idx="293">
                    <c:v>2025-10-21</c:v>
                  </c:pt>
                  <c:pt idx="294">
                    <c:v>2025-10-22</c:v>
                  </c:pt>
                  <c:pt idx="295">
                    <c:v>2025-10-23</c:v>
                  </c:pt>
                  <c:pt idx="296">
                    <c:v>2025-10-24</c:v>
                  </c:pt>
                  <c:pt idx="297">
                    <c:v>2025-10-25</c:v>
                  </c:pt>
                  <c:pt idx="298">
                    <c:v>2025-10-26</c:v>
                  </c:pt>
                  <c:pt idx="299">
                    <c:v>2025-10-27</c:v>
                  </c:pt>
                  <c:pt idx="300">
                    <c:v>2025-10-28</c:v>
                  </c:pt>
                  <c:pt idx="301">
                    <c:v>2025-10-29</c:v>
                  </c:pt>
                  <c:pt idx="302">
                    <c:v>2025-10-30</c:v>
                  </c:pt>
                  <c:pt idx="303">
                    <c:v>2025-10-31</c:v>
                  </c:pt>
                  <c:pt idx="304">
                    <c:v>2025-11-01</c:v>
                  </c:pt>
                  <c:pt idx="305">
                    <c:v>2025-11-02</c:v>
                  </c:pt>
                  <c:pt idx="306">
                    <c:v>2025-11-03</c:v>
                  </c:pt>
                  <c:pt idx="307">
                    <c:v>2025-11-04</c:v>
                  </c:pt>
                  <c:pt idx="308">
                    <c:v>2025-11-05</c:v>
                  </c:pt>
                  <c:pt idx="309">
                    <c:v>2025-11-06</c:v>
                  </c:pt>
                  <c:pt idx="310">
                    <c:v>2025-11-07</c:v>
                  </c:pt>
                  <c:pt idx="311">
                    <c:v>2025-11-08</c:v>
                  </c:pt>
                  <c:pt idx="312">
                    <c:v>2025-11-09</c:v>
                  </c:pt>
                  <c:pt idx="313">
                    <c:v>2025-11-10</c:v>
                  </c:pt>
                  <c:pt idx="314">
                    <c:v>2025-11-11</c:v>
                  </c:pt>
                  <c:pt idx="315">
                    <c:v>2025-11-12</c:v>
                  </c:pt>
                  <c:pt idx="316">
                    <c:v>2025-11-13</c:v>
                  </c:pt>
                  <c:pt idx="317">
                    <c:v>2025-11-14</c:v>
                  </c:pt>
                  <c:pt idx="318">
                    <c:v>2025-11-15</c:v>
                  </c:pt>
                  <c:pt idx="319">
                    <c:v>2025-11-16</c:v>
                  </c:pt>
                  <c:pt idx="320">
                    <c:v>2025-11-17</c:v>
                  </c:pt>
                  <c:pt idx="321">
                    <c:v>2025-11-18</c:v>
                  </c:pt>
                  <c:pt idx="322">
                    <c:v>2025-11-19</c:v>
                  </c:pt>
                  <c:pt idx="323">
                    <c:v>2025-11-20</c:v>
                  </c:pt>
                  <c:pt idx="324">
                    <c:v>2025-11-21</c:v>
                  </c:pt>
                  <c:pt idx="325">
                    <c:v>2025-11-22</c:v>
                  </c:pt>
                  <c:pt idx="326">
                    <c:v>2025-11-23</c:v>
                  </c:pt>
                  <c:pt idx="327">
                    <c:v>2025-11-24</c:v>
                  </c:pt>
                  <c:pt idx="328">
                    <c:v>2025-11-25</c:v>
                  </c:pt>
                  <c:pt idx="329">
                    <c:v>2025-11-26</c:v>
                  </c:pt>
                  <c:pt idx="330">
                    <c:v>2025-11-27</c:v>
                  </c:pt>
                  <c:pt idx="331">
                    <c:v>2025-11-28</c:v>
                  </c:pt>
                  <c:pt idx="332">
                    <c:v>2025-11-29</c:v>
                  </c:pt>
                  <c:pt idx="333">
                    <c:v>2025-11-30</c:v>
                  </c:pt>
                  <c:pt idx="334">
                    <c:v>2025-12-01</c:v>
                  </c:pt>
                  <c:pt idx="335">
                    <c:v>2025-12-02</c:v>
                  </c:pt>
                  <c:pt idx="336">
                    <c:v>2025-12-03</c:v>
                  </c:pt>
                  <c:pt idx="337">
                    <c:v>2025-12-04</c:v>
                  </c:pt>
                  <c:pt idx="338">
                    <c:v>2025-12-05</c:v>
                  </c:pt>
                  <c:pt idx="339">
                    <c:v>2025-12-06</c:v>
                  </c:pt>
                  <c:pt idx="340">
                    <c:v>2025-12-07</c:v>
                  </c:pt>
                  <c:pt idx="341">
                    <c:v>2025-12-08</c:v>
                  </c:pt>
                  <c:pt idx="342">
                    <c:v>2025-12-09</c:v>
                  </c:pt>
                  <c:pt idx="343">
                    <c:v>2025-12-10</c:v>
                  </c:pt>
                  <c:pt idx="344">
                    <c:v>2025-12-11</c:v>
                  </c:pt>
                  <c:pt idx="345">
                    <c:v>2025-12-12</c:v>
                  </c:pt>
                  <c:pt idx="346">
                    <c:v>2025-12-13</c:v>
                  </c:pt>
                  <c:pt idx="347">
                    <c:v>2025-12-14</c:v>
                  </c:pt>
                  <c:pt idx="348">
                    <c:v>2025-12-15</c:v>
                  </c:pt>
                  <c:pt idx="349">
                    <c:v>2025-12-16</c:v>
                  </c:pt>
                  <c:pt idx="350">
                    <c:v>2025-12-17</c:v>
                  </c:pt>
                  <c:pt idx="351">
                    <c:v>2025-12-18</c:v>
                  </c:pt>
                  <c:pt idx="352">
                    <c:v>2025-12-19</c:v>
                  </c:pt>
                  <c:pt idx="353">
                    <c:v>2025-12-20</c:v>
                  </c:pt>
                  <c:pt idx="354">
                    <c:v>2025-12-21</c:v>
                  </c:pt>
                  <c:pt idx="355">
                    <c:v>2025-12-22</c:v>
                  </c:pt>
                  <c:pt idx="356">
                    <c:v>2025-12-23</c:v>
                  </c:pt>
                  <c:pt idx="357">
                    <c:v>2025-12-24</c:v>
                  </c:pt>
                  <c:pt idx="358">
                    <c:v>2025-12-25</c:v>
                  </c:pt>
                  <c:pt idx="359">
                    <c:v>2025-12-26</c:v>
                  </c:pt>
                  <c:pt idx="360">
                    <c:v>2025-12-27</c:v>
                  </c:pt>
                  <c:pt idx="361">
                    <c:v>2025-12-28</c:v>
                  </c:pt>
                  <c:pt idx="362">
                    <c:v>2025-12-29</c:v>
                  </c:pt>
                  <c:pt idx="363">
                    <c:v>2025-12-30</c:v>
                  </c:pt>
                  <c:pt idx="364">
                    <c:v>2025-12-31</c:v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9</c:v>
                </c:pt>
                <c:pt idx="340">
                  <c:v>43</c:v>
                </c:pt>
                <c:pt idx="341">
                  <c:v>44</c:v>
                </c:pt>
                <c:pt idx="342">
                  <c:v>45</c:v>
                </c:pt>
                <c:pt idx="343">
                  <c:v>85</c:v>
                </c:pt>
                <c:pt idx="344">
                  <c:v>89</c:v>
                </c:pt>
                <c:pt idx="345">
                  <c:v>31</c:v>
                </c:pt>
                <c:pt idx="346">
                  <c:v>23</c:v>
                </c:pt>
                <c:pt idx="347">
                  <c:v>27</c:v>
                </c:pt>
                <c:pt idx="348">
                  <c:v>82</c:v>
                </c:pt>
                <c:pt idx="349">
                  <c:v>23</c:v>
                </c:pt>
                <c:pt idx="350">
                  <c:v>17</c:v>
                </c:pt>
                <c:pt idx="351">
                  <c:v>12</c:v>
                </c:pt>
                <c:pt idx="352">
                  <c:v>18</c:v>
                </c:pt>
                <c:pt idx="353">
                  <c:v>13</c:v>
                </c:pt>
                <c:pt idx="354">
                  <c:v>11</c:v>
                </c:pt>
                <c:pt idx="355">
                  <c:v>12</c:v>
                </c:pt>
                <c:pt idx="356">
                  <c:v>27</c:v>
                </c:pt>
                <c:pt idx="357">
                  <c:v>33</c:v>
                </c:pt>
                <c:pt idx="358">
                  <c:v>15</c:v>
                </c:pt>
                <c:pt idx="359">
                  <c:v>4</c:v>
                </c:pt>
                <c:pt idx="360">
                  <c:v>10</c:v>
                </c:pt>
                <c:pt idx="361">
                  <c:v>23</c:v>
                </c:pt>
                <c:pt idx="362">
                  <c:v>15</c:v>
                </c:pt>
                <c:pt idx="363">
                  <c:v>9</c:v>
                </c:pt>
                <c:pt idx="364">
                  <c:v>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2025-01-01</c:v>
                  </c:pt>
                  <c:pt idx="1">
                    <c:v>2025-01-02</c:v>
                  </c:pt>
                  <c:pt idx="2">
                    <c:v>2025-01-03</c:v>
                  </c:pt>
                  <c:pt idx="3">
                    <c:v>2025-01-04</c:v>
                  </c:pt>
                  <c:pt idx="4">
                    <c:v>2025-01-05</c:v>
                  </c:pt>
                  <c:pt idx="5">
                    <c:v>2025-01-06</c:v>
                  </c:pt>
                  <c:pt idx="6">
                    <c:v>2025-01-07</c:v>
                  </c:pt>
                  <c:pt idx="7">
                    <c:v>2025-01-08</c:v>
                  </c:pt>
                  <c:pt idx="8">
                    <c:v>2025-01-09</c:v>
                  </c:pt>
                  <c:pt idx="9">
                    <c:v>2025-01-10</c:v>
                  </c:pt>
                  <c:pt idx="10">
                    <c:v>2025-01-11</c:v>
                  </c:pt>
                  <c:pt idx="11">
                    <c:v>2025-01-12</c:v>
                  </c:pt>
                  <c:pt idx="12">
                    <c:v>2025-01-13</c:v>
                  </c:pt>
                  <c:pt idx="13">
                    <c:v>2025-01-14</c:v>
                  </c:pt>
                  <c:pt idx="14">
                    <c:v>2025-01-15</c:v>
                  </c:pt>
                  <c:pt idx="15">
                    <c:v>2025-01-16</c:v>
                  </c:pt>
                  <c:pt idx="16">
                    <c:v>2025-01-17</c:v>
                  </c:pt>
                  <c:pt idx="17">
                    <c:v>2025-01-18</c:v>
                  </c:pt>
                  <c:pt idx="18">
                    <c:v>2025-01-19</c:v>
                  </c:pt>
                  <c:pt idx="19">
                    <c:v>2025-01-20</c:v>
                  </c:pt>
                  <c:pt idx="20">
                    <c:v>2025-01-21</c:v>
                  </c:pt>
                  <c:pt idx="21">
                    <c:v>2025-01-22</c:v>
                  </c:pt>
                  <c:pt idx="22">
                    <c:v>2025-01-23</c:v>
                  </c:pt>
                  <c:pt idx="23">
                    <c:v>2025-01-24</c:v>
                  </c:pt>
                  <c:pt idx="24">
                    <c:v>2025-01-25</c:v>
                  </c:pt>
                  <c:pt idx="25">
                    <c:v>2025-01-26</c:v>
                  </c:pt>
                  <c:pt idx="26">
                    <c:v>2025-01-27</c:v>
                  </c:pt>
                  <c:pt idx="27">
                    <c:v>2025-01-28</c:v>
                  </c:pt>
                  <c:pt idx="28">
                    <c:v>2025-01-29</c:v>
                  </c:pt>
                  <c:pt idx="29">
                    <c:v>2025-01-30</c:v>
                  </c:pt>
                  <c:pt idx="30">
                    <c:v>2025-01-31</c:v>
                  </c:pt>
                  <c:pt idx="31">
                    <c:v>2025-02-01</c:v>
                  </c:pt>
                  <c:pt idx="32">
                    <c:v>2025-02-02</c:v>
                  </c:pt>
                  <c:pt idx="33">
                    <c:v>2025-02-03</c:v>
                  </c:pt>
                  <c:pt idx="34">
                    <c:v>2025-02-04</c:v>
                  </c:pt>
                  <c:pt idx="35">
                    <c:v>2025-02-05</c:v>
                  </c:pt>
                  <c:pt idx="36">
                    <c:v>2025-02-06</c:v>
                  </c:pt>
                  <c:pt idx="37">
                    <c:v>2025-02-07</c:v>
                  </c:pt>
                  <c:pt idx="38">
                    <c:v>2025-02-08</c:v>
                  </c:pt>
                  <c:pt idx="39">
                    <c:v>2025-02-09</c:v>
                  </c:pt>
                  <c:pt idx="40">
                    <c:v>2025-02-10</c:v>
                  </c:pt>
                  <c:pt idx="41">
                    <c:v>2025-02-11</c:v>
                  </c:pt>
                  <c:pt idx="42">
                    <c:v>2025-02-12</c:v>
                  </c:pt>
                  <c:pt idx="43">
                    <c:v>2025-02-13</c:v>
                  </c:pt>
                  <c:pt idx="44">
                    <c:v>2025-02-14</c:v>
                  </c:pt>
                  <c:pt idx="45">
                    <c:v>2025-02-15</c:v>
                  </c:pt>
                  <c:pt idx="46">
                    <c:v>2025-02-16</c:v>
                  </c:pt>
                  <c:pt idx="47">
                    <c:v>2025-02-17</c:v>
                  </c:pt>
                  <c:pt idx="48">
                    <c:v>2025-02-18</c:v>
                  </c:pt>
                  <c:pt idx="49">
                    <c:v>2025-02-19</c:v>
                  </c:pt>
                  <c:pt idx="50">
                    <c:v>2025-02-20</c:v>
                  </c:pt>
                  <c:pt idx="51">
                    <c:v>2025-02-21</c:v>
                  </c:pt>
                  <c:pt idx="52">
                    <c:v>2025-02-22</c:v>
                  </c:pt>
                  <c:pt idx="53">
                    <c:v>2025-02-23</c:v>
                  </c:pt>
                  <c:pt idx="54">
                    <c:v>2025-02-24</c:v>
                  </c:pt>
                  <c:pt idx="55">
                    <c:v>2025-02-25</c:v>
                  </c:pt>
                  <c:pt idx="56">
                    <c:v>2025-02-26</c:v>
                  </c:pt>
                  <c:pt idx="57">
                    <c:v>2025-02-27</c:v>
                  </c:pt>
                  <c:pt idx="58">
                    <c:v>2025-02-28</c:v>
                  </c:pt>
                  <c:pt idx="59">
                    <c:v>2025-03-01</c:v>
                  </c:pt>
                  <c:pt idx="60">
                    <c:v>2025-03-02</c:v>
                  </c:pt>
                  <c:pt idx="61">
                    <c:v>2025-03-03</c:v>
                  </c:pt>
                  <c:pt idx="62">
                    <c:v>2025-03-04</c:v>
                  </c:pt>
                  <c:pt idx="63">
                    <c:v>2025-03-05</c:v>
                  </c:pt>
                  <c:pt idx="64">
                    <c:v>2025-03-06</c:v>
                  </c:pt>
                  <c:pt idx="65">
                    <c:v>2025-03-07</c:v>
                  </c:pt>
                  <c:pt idx="66">
                    <c:v>2025-03-08</c:v>
                  </c:pt>
                  <c:pt idx="67">
                    <c:v>2025-03-09</c:v>
                  </c:pt>
                  <c:pt idx="68">
                    <c:v>2025-03-10</c:v>
                  </c:pt>
                  <c:pt idx="69">
                    <c:v>2025-03-11</c:v>
                  </c:pt>
                  <c:pt idx="70">
                    <c:v>2025-03-12</c:v>
                  </c:pt>
                  <c:pt idx="71">
                    <c:v>2025-03-13</c:v>
                  </c:pt>
                  <c:pt idx="72">
                    <c:v>2025-03-14</c:v>
                  </c:pt>
                  <c:pt idx="73">
                    <c:v>2025-03-15</c:v>
                  </c:pt>
                  <c:pt idx="74">
                    <c:v>2025-03-16</c:v>
                  </c:pt>
                  <c:pt idx="75">
                    <c:v>2025-03-17</c:v>
                  </c:pt>
                  <c:pt idx="76">
                    <c:v>2025-03-18</c:v>
                  </c:pt>
                  <c:pt idx="77">
                    <c:v>2025-03-19</c:v>
                  </c:pt>
                  <c:pt idx="78">
                    <c:v>2025-03-20</c:v>
                  </c:pt>
                  <c:pt idx="79">
                    <c:v>2025-03-21</c:v>
                  </c:pt>
                  <c:pt idx="80">
                    <c:v>2025-03-22</c:v>
                  </c:pt>
                  <c:pt idx="81">
                    <c:v>2025-03-23</c:v>
                  </c:pt>
                  <c:pt idx="82">
                    <c:v>2025-03-24</c:v>
                  </c:pt>
                  <c:pt idx="83">
                    <c:v>2025-03-25</c:v>
                  </c:pt>
                  <c:pt idx="84">
                    <c:v>2025-03-26</c:v>
                  </c:pt>
                  <c:pt idx="85">
                    <c:v>2025-03-27</c:v>
                  </c:pt>
                  <c:pt idx="86">
                    <c:v>2025-03-28</c:v>
                  </c:pt>
                  <c:pt idx="87">
                    <c:v>2025-03-29</c:v>
                  </c:pt>
                  <c:pt idx="88">
                    <c:v>2025-03-30</c:v>
                  </c:pt>
                  <c:pt idx="89">
                    <c:v>2025-03-31</c:v>
                  </c:pt>
                  <c:pt idx="90">
                    <c:v>2025-04-01</c:v>
                  </c:pt>
                  <c:pt idx="91">
                    <c:v>2025-04-02</c:v>
                  </c:pt>
                  <c:pt idx="92">
                    <c:v>2025-04-03</c:v>
                  </c:pt>
                  <c:pt idx="93">
                    <c:v>2025-04-04</c:v>
                  </c:pt>
                  <c:pt idx="94">
                    <c:v>2025-04-05</c:v>
                  </c:pt>
                  <c:pt idx="95">
                    <c:v>2025-04-06</c:v>
                  </c:pt>
                  <c:pt idx="96">
                    <c:v>2025-04-07</c:v>
                  </c:pt>
                  <c:pt idx="97">
                    <c:v>2025-04-08</c:v>
                  </c:pt>
                  <c:pt idx="98">
                    <c:v>2025-04-09</c:v>
                  </c:pt>
                  <c:pt idx="99">
                    <c:v>2025-04-10</c:v>
                  </c:pt>
                  <c:pt idx="100">
                    <c:v>2025-04-11</c:v>
                  </c:pt>
                  <c:pt idx="101">
                    <c:v>2025-04-12</c:v>
                  </c:pt>
                  <c:pt idx="102">
                    <c:v>2025-04-13</c:v>
                  </c:pt>
                  <c:pt idx="103">
                    <c:v>2025-04-14</c:v>
                  </c:pt>
                  <c:pt idx="104">
                    <c:v>2025-04-15</c:v>
                  </c:pt>
                  <c:pt idx="105">
                    <c:v>2025-04-16</c:v>
                  </c:pt>
                  <c:pt idx="106">
                    <c:v>2025-04-17</c:v>
                  </c:pt>
                  <c:pt idx="107">
                    <c:v>2025-04-18</c:v>
                  </c:pt>
                  <c:pt idx="108">
                    <c:v>2025-04-19</c:v>
                  </c:pt>
                  <c:pt idx="109">
                    <c:v>2025-04-20</c:v>
                  </c:pt>
                  <c:pt idx="110">
                    <c:v>2025-04-21</c:v>
                  </c:pt>
                  <c:pt idx="111">
                    <c:v>2025-04-22</c:v>
                  </c:pt>
                  <c:pt idx="112">
                    <c:v>2025-04-23</c:v>
                  </c:pt>
                  <c:pt idx="113">
                    <c:v>2025-04-24</c:v>
                  </c:pt>
                  <c:pt idx="114">
                    <c:v>2025-04-25</c:v>
                  </c:pt>
                  <c:pt idx="115">
                    <c:v>2025-04-26</c:v>
                  </c:pt>
                  <c:pt idx="116">
                    <c:v>2025-04-27</c:v>
                  </c:pt>
                  <c:pt idx="117">
                    <c:v>2025-04-28</c:v>
                  </c:pt>
                  <c:pt idx="118">
                    <c:v>2025-04-29</c:v>
                  </c:pt>
                  <c:pt idx="119">
                    <c:v>2025-04-30</c:v>
                  </c:pt>
                  <c:pt idx="120">
                    <c:v>2025-05-01</c:v>
                  </c:pt>
                  <c:pt idx="121">
                    <c:v>2025-05-02</c:v>
                  </c:pt>
                  <c:pt idx="122">
                    <c:v>2025-05-03</c:v>
                  </c:pt>
                  <c:pt idx="123">
                    <c:v>2025-05-04</c:v>
                  </c:pt>
                  <c:pt idx="124">
                    <c:v>2025-05-05</c:v>
                  </c:pt>
                  <c:pt idx="125">
                    <c:v>2025-05-06</c:v>
                  </c:pt>
                  <c:pt idx="126">
                    <c:v>2025-05-07</c:v>
                  </c:pt>
                  <c:pt idx="127">
                    <c:v>2025-05-08</c:v>
                  </c:pt>
                  <c:pt idx="128">
                    <c:v>2025-05-09</c:v>
                  </c:pt>
                  <c:pt idx="129">
                    <c:v>2025-05-10</c:v>
                  </c:pt>
                  <c:pt idx="130">
                    <c:v>2025-05-11</c:v>
                  </c:pt>
                  <c:pt idx="131">
                    <c:v>2025-05-12</c:v>
                  </c:pt>
                  <c:pt idx="132">
                    <c:v>2025-05-13</c:v>
                  </c:pt>
                  <c:pt idx="133">
                    <c:v>2025-05-14</c:v>
                  </c:pt>
                  <c:pt idx="134">
                    <c:v>2025-05-15</c:v>
                  </c:pt>
                  <c:pt idx="135">
                    <c:v>2025-05-16</c:v>
                  </c:pt>
                  <c:pt idx="136">
                    <c:v>2025-05-17</c:v>
                  </c:pt>
                  <c:pt idx="137">
                    <c:v>2025-05-18</c:v>
                  </c:pt>
                  <c:pt idx="138">
                    <c:v>2025-05-19</c:v>
                  </c:pt>
                  <c:pt idx="139">
                    <c:v>2025-05-20</c:v>
                  </c:pt>
                  <c:pt idx="140">
                    <c:v>2025-05-21</c:v>
                  </c:pt>
                  <c:pt idx="141">
                    <c:v>2025-05-22</c:v>
                  </c:pt>
                  <c:pt idx="142">
                    <c:v>2025-05-23</c:v>
                  </c:pt>
                  <c:pt idx="143">
                    <c:v>2025-05-24</c:v>
                  </c:pt>
                  <c:pt idx="144">
                    <c:v>2025-05-25</c:v>
                  </c:pt>
                  <c:pt idx="145">
                    <c:v>2025-05-26</c:v>
                  </c:pt>
                  <c:pt idx="146">
                    <c:v>2025-05-27</c:v>
                  </c:pt>
                  <c:pt idx="147">
                    <c:v>2025-05-28</c:v>
                  </c:pt>
                  <c:pt idx="148">
                    <c:v>2025-05-29</c:v>
                  </c:pt>
                  <c:pt idx="149">
                    <c:v>2025-05-30</c:v>
                  </c:pt>
                  <c:pt idx="150">
                    <c:v>2025-05-31</c:v>
                  </c:pt>
                  <c:pt idx="151">
                    <c:v>2025-06-01</c:v>
                  </c:pt>
                  <c:pt idx="152">
                    <c:v>2025-06-02</c:v>
                  </c:pt>
                  <c:pt idx="153">
                    <c:v>2025-06-03</c:v>
                  </c:pt>
                  <c:pt idx="154">
                    <c:v>2025-06-04</c:v>
                  </c:pt>
                  <c:pt idx="155">
                    <c:v>2025-06-05</c:v>
                  </c:pt>
                  <c:pt idx="156">
                    <c:v>2025-06-06</c:v>
                  </c:pt>
                  <c:pt idx="157">
                    <c:v>2025-06-07</c:v>
                  </c:pt>
                  <c:pt idx="158">
                    <c:v>2025-06-08</c:v>
                  </c:pt>
                  <c:pt idx="159">
                    <c:v>2025-06-09</c:v>
                  </c:pt>
                  <c:pt idx="160">
                    <c:v>2025-06-10</c:v>
                  </c:pt>
                  <c:pt idx="161">
                    <c:v>2025-06-11</c:v>
                  </c:pt>
                  <c:pt idx="162">
                    <c:v>2025-06-12</c:v>
                  </c:pt>
                  <c:pt idx="163">
                    <c:v>2025-06-13</c:v>
                  </c:pt>
                  <c:pt idx="164">
                    <c:v>2025-06-14</c:v>
                  </c:pt>
                  <c:pt idx="165">
                    <c:v>2025-06-15</c:v>
                  </c:pt>
                  <c:pt idx="166">
                    <c:v>2025-06-16</c:v>
                  </c:pt>
                  <c:pt idx="167">
                    <c:v>2025-06-17</c:v>
                  </c:pt>
                  <c:pt idx="168">
                    <c:v>2025-06-18</c:v>
                  </c:pt>
                  <c:pt idx="169">
                    <c:v>2025-06-19</c:v>
                  </c:pt>
                  <c:pt idx="170">
                    <c:v>2025-06-20</c:v>
                  </c:pt>
                  <c:pt idx="171">
                    <c:v>2025-06-21</c:v>
                  </c:pt>
                  <c:pt idx="172">
                    <c:v>2025-06-22</c:v>
                  </c:pt>
                  <c:pt idx="173">
                    <c:v>2025-06-23</c:v>
                  </c:pt>
                  <c:pt idx="174">
                    <c:v>2025-06-24</c:v>
                  </c:pt>
                  <c:pt idx="175">
                    <c:v>2025-06-25</c:v>
                  </c:pt>
                  <c:pt idx="176">
                    <c:v>2025-06-26</c:v>
                  </c:pt>
                  <c:pt idx="177">
                    <c:v>2025-06-27</c:v>
                  </c:pt>
                  <c:pt idx="178">
                    <c:v>2025-06-28</c:v>
                  </c:pt>
                  <c:pt idx="179">
                    <c:v>2025-06-29</c:v>
                  </c:pt>
                  <c:pt idx="180">
                    <c:v>2025-06-30</c:v>
                  </c:pt>
                  <c:pt idx="181">
                    <c:v>2025-07-01</c:v>
                  </c:pt>
                  <c:pt idx="182">
                    <c:v>2025-07-02</c:v>
                  </c:pt>
                  <c:pt idx="183">
                    <c:v>2025-07-03</c:v>
                  </c:pt>
                  <c:pt idx="184">
                    <c:v>2025-07-04</c:v>
                  </c:pt>
                  <c:pt idx="185">
                    <c:v>2025-07-05</c:v>
                  </c:pt>
                  <c:pt idx="186">
                    <c:v>2025-07-06</c:v>
                  </c:pt>
                  <c:pt idx="187">
                    <c:v>2025-07-07</c:v>
                  </c:pt>
                  <c:pt idx="188">
                    <c:v>2025-07-08</c:v>
                  </c:pt>
                  <c:pt idx="189">
                    <c:v>2025-07-09</c:v>
                  </c:pt>
                  <c:pt idx="190">
                    <c:v>2025-07-10</c:v>
                  </c:pt>
                  <c:pt idx="191">
                    <c:v>2025-07-11</c:v>
                  </c:pt>
                  <c:pt idx="192">
                    <c:v>2025-07-12</c:v>
                  </c:pt>
                  <c:pt idx="193">
                    <c:v>2025-07-13</c:v>
                  </c:pt>
                  <c:pt idx="194">
                    <c:v>2025-07-14</c:v>
                  </c:pt>
                  <c:pt idx="195">
                    <c:v>2025-07-15</c:v>
                  </c:pt>
                  <c:pt idx="196">
                    <c:v>2025-07-16</c:v>
                  </c:pt>
                  <c:pt idx="197">
                    <c:v>2025-07-17</c:v>
                  </c:pt>
                  <c:pt idx="198">
                    <c:v>2025-07-18</c:v>
                  </c:pt>
                  <c:pt idx="199">
                    <c:v>2025-07-19</c:v>
                  </c:pt>
                  <c:pt idx="200">
                    <c:v>2025-07-20</c:v>
                  </c:pt>
                  <c:pt idx="201">
                    <c:v>2025-07-21</c:v>
                  </c:pt>
                  <c:pt idx="202">
                    <c:v>2025-07-22</c:v>
                  </c:pt>
                  <c:pt idx="203">
                    <c:v>2025-07-23</c:v>
                  </c:pt>
                  <c:pt idx="204">
                    <c:v>2025-07-24</c:v>
                  </c:pt>
                  <c:pt idx="205">
                    <c:v>2025-07-25</c:v>
                  </c:pt>
                  <c:pt idx="206">
                    <c:v>2025-07-26</c:v>
                  </c:pt>
                  <c:pt idx="207">
                    <c:v>2025-07-27</c:v>
                  </c:pt>
                  <c:pt idx="208">
                    <c:v>2025-07-28</c:v>
                  </c:pt>
                  <c:pt idx="209">
                    <c:v>2025-07-29</c:v>
                  </c:pt>
                  <c:pt idx="210">
                    <c:v>2025-07-30</c:v>
                  </c:pt>
                  <c:pt idx="211">
                    <c:v>2025-07-31</c:v>
                  </c:pt>
                  <c:pt idx="212">
                    <c:v>2025-08-01</c:v>
                  </c:pt>
                  <c:pt idx="213">
                    <c:v>2025-08-02</c:v>
                  </c:pt>
                  <c:pt idx="214">
                    <c:v>2025-08-03</c:v>
                  </c:pt>
                  <c:pt idx="215">
                    <c:v>2025-08-04</c:v>
                  </c:pt>
                  <c:pt idx="216">
                    <c:v>2025-08-05</c:v>
                  </c:pt>
                  <c:pt idx="217">
                    <c:v>2025-08-06</c:v>
                  </c:pt>
                  <c:pt idx="218">
                    <c:v>2025-08-07</c:v>
                  </c:pt>
                  <c:pt idx="219">
                    <c:v>2025-08-08</c:v>
                  </c:pt>
                  <c:pt idx="220">
                    <c:v>2025-08-09</c:v>
                  </c:pt>
                  <c:pt idx="221">
                    <c:v>2025-08-10</c:v>
                  </c:pt>
                  <c:pt idx="222">
                    <c:v>2025-08-11</c:v>
                  </c:pt>
                  <c:pt idx="223">
                    <c:v>2025-08-12</c:v>
                  </c:pt>
                  <c:pt idx="224">
                    <c:v>2025-08-13</c:v>
                  </c:pt>
                  <c:pt idx="225">
                    <c:v>2025-08-14</c:v>
                  </c:pt>
                  <c:pt idx="226">
                    <c:v>2025-08-15</c:v>
                  </c:pt>
                  <c:pt idx="227">
                    <c:v>2025-08-16</c:v>
                  </c:pt>
                  <c:pt idx="228">
                    <c:v>2025-08-17</c:v>
                  </c:pt>
                  <c:pt idx="229">
                    <c:v>2025-08-18</c:v>
                  </c:pt>
                  <c:pt idx="230">
                    <c:v>2025-08-19</c:v>
                  </c:pt>
                  <c:pt idx="231">
                    <c:v>2025-08-20</c:v>
                  </c:pt>
                  <c:pt idx="232">
                    <c:v>2025-08-21</c:v>
                  </c:pt>
                  <c:pt idx="233">
                    <c:v>2025-08-22</c:v>
                  </c:pt>
                  <c:pt idx="234">
                    <c:v>2025-08-23</c:v>
                  </c:pt>
                  <c:pt idx="235">
                    <c:v>2025-08-24</c:v>
                  </c:pt>
                  <c:pt idx="236">
                    <c:v>2025-08-25</c:v>
                  </c:pt>
                  <c:pt idx="237">
                    <c:v>2025-08-26</c:v>
                  </c:pt>
                  <c:pt idx="238">
                    <c:v>2025-08-27</c:v>
                  </c:pt>
                  <c:pt idx="239">
                    <c:v>2025-08-28</c:v>
                  </c:pt>
                  <c:pt idx="240">
                    <c:v>2025-08-29</c:v>
                  </c:pt>
                  <c:pt idx="241">
                    <c:v>2025-08-30</c:v>
                  </c:pt>
                  <c:pt idx="242">
                    <c:v>2025-08-31</c:v>
                  </c:pt>
                  <c:pt idx="243">
                    <c:v>2025-09-01</c:v>
                  </c:pt>
                  <c:pt idx="244">
                    <c:v>2025-09-02</c:v>
                  </c:pt>
                  <c:pt idx="245">
                    <c:v>2025-09-03</c:v>
                  </c:pt>
                  <c:pt idx="246">
                    <c:v>2025-09-04</c:v>
                  </c:pt>
                  <c:pt idx="247">
                    <c:v>2025-09-05</c:v>
                  </c:pt>
                  <c:pt idx="248">
                    <c:v>2025-09-06</c:v>
                  </c:pt>
                  <c:pt idx="249">
                    <c:v>2025-09-07</c:v>
                  </c:pt>
                  <c:pt idx="250">
                    <c:v>2025-09-08</c:v>
                  </c:pt>
                  <c:pt idx="251">
                    <c:v>2025-09-09</c:v>
                  </c:pt>
                  <c:pt idx="252">
                    <c:v>2025-09-10</c:v>
                  </c:pt>
                  <c:pt idx="253">
                    <c:v>2025-09-11</c:v>
                  </c:pt>
                  <c:pt idx="254">
                    <c:v>2025-09-12</c:v>
                  </c:pt>
                  <c:pt idx="255">
                    <c:v>2025-09-13</c:v>
                  </c:pt>
                  <c:pt idx="256">
                    <c:v>2025-09-14</c:v>
                  </c:pt>
                  <c:pt idx="257">
                    <c:v>2025-09-15</c:v>
                  </c:pt>
                  <c:pt idx="258">
                    <c:v>2025-09-16</c:v>
                  </c:pt>
                  <c:pt idx="259">
                    <c:v>2025-09-17</c:v>
                  </c:pt>
                  <c:pt idx="260">
                    <c:v>2025-09-18</c:v>
                  </c:pt>
                  <c:pt idx="261">
                    <c:v>2025-09-19</c:v>
                  </c:pt>
                  <c:pt idx="262">
                    <c:v>2025-09-20</c:v>
                  </c:pt>
                  <c:pt idx="263">
                    <c:v>2025-09-21</c:v>
                  </c:pt>
                  <c:pt idx="264">
                    <c:v>2025-09-22</c:v>
                  </c:pt>
                  <c:pt idx="265">
                    <c:v>2025-09-23</c:v>
                  </c:pt>
                  <c:pt idx="266">
                    <c:v>2025-09-24</c:v>
                  </c:pt>
                  <c:pt idx="267">
                    <c:v>2025-09-25</c:v>
                  </c:pt>
                  <c:pt idx="268">
                    <c:v>2025-09-26</c:v>
                  </c:pt>
                  <c:pt idx="269">
                    <c:v>2025-09-27</c:v>
                  </c:pt>
                  <c:pt idx="270">
                    <c:v>2025-09-28</c:v>
                  </c:pt>
                  <c:pt idx="271">
                    <c:v>2025-09-29</c:v>
                  </c:pt>
                  <c:pt idx="272">
                    <c:v>2025-09-30</c:v>
                  </c:pt>
                  <c:pt idx="273">
                    <c:v>2025-10-01</c:v>
                  </c:pt>
                  <c:pt idx="274">
                    <c:v>2025-10-02</c:v>
                  </c:pt>
                  <c:pt idx="275">
                    <c:v>2025-10-03</c:v>
                  </c:pt>
                  <c:pt idx="276">
                    <c:v>2025-10-04</c:v>
                  </c:pt>
                  <c:pt idx="277">
                    <c:v>2025-10-05</c:v>
                  </c:pt>
                  <c:pt idx="278">
                    <c:v>2025-10-06</c:v>
                  </c:pt>
                  <c:pt idx="279">
                    <c:v>2025-10-07</c:v>
                  </c:pt>
                  <c:pt idx="280">
                    <c:v>2025-10-08</c:v>
                  </c:pt>
                  <c:pt idx="281">
                    <c:v>2025-10-09</c:v>
                  </c:pt>
                  <c:pt idx="282">
                    <c:v>2025-10-10</c:v>
                  </c:pt>
                  <c:pt idx="283">
                    <c:v>2025-10-11</c:v>
                  </c:pt>
                  <c:pt idx="284">
                    <c:v>2025-10-12</c:v>
                  </c:pt>
                  <c:pt idx="285">
                    <c:v>2025-10-13</c:v>
                  </c:pt>
                  <c:pt idx="286">
                    <c:v>2025-10-14</c:v>
                  </c:pt>
                  <c:pt idx="287">
                    <c:v>2025-10-15</c:v>
                  </c:pt>
                  <c:pt idx="288">
                    <c:v>2025-10-16</c:v>
                  </c:pt>
                  <c:pt idx="289">
                    <c:v>2025-10-17</c:v>
                  </c:pt>
                  <c:pt idx="290">
                    <c:v>2025-10-18</c:v>
                  </c:pt>
                  <c:pt idx="291">
                    <c:v>2025-10-19</c:v>
                  </c:pt>
                  <c:pt idx="292">
                    <c:v>2025-10-20</c:v>
                  </c:pt>
                  <c:pt idx="293">
                    <c:v>2025-10-21</c:v>
                  </c:pt>
                  <c:pt idx="294">
                    <c:v>2025-10-22</c:v>
                  </c:pt>
                  <c:pt idx="295">
                    <c:v>2025-10-23</c:v>
                  </c:pt>
                  <c:pt idx="296">
                    <c:v>2025-10-24</c:v>
                  </c:pt>
                  <c:pt idx="297">
                    <c:v>2025-10-25</c:v>
                  </c:pt>
                  <c:pt idx="298">
                    <c:v>2025-10-26</c:v>
                  </c:pt>
                  <c:pt idx="299">
                    <c:v>2025-10-27</c:v>
                  </c:pt>
                  <c:pt idx="300">
                    <c:v>2025-10-28</c:v>
                  </c:pt>
                  <c:pt idx="301">
                    <c:v>2025-10-29</c:v>
                  </c:pt>
                  <c:pt idx="302">
                    <c:v>2025-10-30</c:v>
                  </c:pt>
                  <c:pt idx="303">
                    <c:v>2025-10-31</c:v>
                  </c:pt>
                  <c:pt idx="304">
                    <c:v>2025-11-01</c:v>
                  </c:pt>
                  <c:pt idx="305">
                    <c:v>2025-11-02</c:v>
                  </c:pt>
                  <c:pt idx="306">
                    <c:v>2025-11-03</c:v>
                  </c:pt>
                  <c:pt idx="307">
                    <c:v>2025-11-04</c:v>
                  </c:pt>
                  <c:pt idx="308">
                    <c:v>2025-11-05</c:v>
                  </c:pt>
                  <c:pt idx="309">
                    <c:v>2025-11-06</c:v>
                  </c:pt>
                  <c:pt idx="310">
                    <c:v>2025-11-07</c:v>
                  </c:pt>
                  <c:pt idx="311">
                    <c:v>2025-11-08</c:v>
                  </c:pt>
                  <c:pt idx="312">
                    <c:v>2025-11-09</c:v>
                  </c:pt>
                  <c:pt idx="313">
                    <c:v>2025-11-10</c:v>
                  </c:pt>
                  <c:pt idx="314">
                    <c:v>2025-11-11</c:v>
                  </c:pt>
                  <c:pt idx="315">
                    <c:v>2025-11-12</c:v>
                  </c:pt>
                  <c:pt idx="316">
                    <c:v>2025-11-13</c:v>
                  </c:pt>
                  <c:pt idx="317">
                    <c:v>2025-11-14</c:v>
                  </c:pt>
                  <c:pt idx="318">
                    <c:v>2025-11-15</c:v>
                  </c:pt>
                  <c:pt idx="319">
                    <c:v>2025-11-16</c:v>
                  </c:pt>
                  <c:pt idx="320">
                    <c:v>2025-11-17</c:v>
                  </c:pt>
                  <c:pt idx="321">
                    <c:v>2025-11-18</c:v>
                  </c:pt>
                  <c:pt idx="322">
                    <c:v>2025-11-19</c:v>
                  </c:pt>
                  <c:pt idx="323">
                    <c:v>2025-11-20</c:v>
                  </c:pt>
                  <c:pt idx="324">
                    <c:v>2025-11-21</c:v>
                  </c:pt>
                  <c:pt idx="325">
                    <c:v>2025-11-22</c:v>
                  </c:pt>
                  <c:pt idx="326">
                    <c:v>2025-11-23</c:v>
                  </c:pt>
                  <c:pt idx="327">
                    <c:v>2025-11-24</c:v>
                  </c:pt>
                  <c:pt idx="328">
                    <c:v>2025-11-25</c:v>
                  </c:pt>
                  <c:pt idx="329">
                    <c:v>2025-11-26</c:v>
                  </c:pt>
                  <c:pt idx="330">
                    <c:v>2025-11-27</c:v>
                  </c:pt>
                  <c:pt idx="331">
                    <c:v>2025-11-28</c:v>
                  </c:pt>
                  <c:pt idx="332">
                    <c:v>2025-11-29</c:v>
                  </c:pt>
                  <c:pt idx="333">
                    <c:v>2025-11-30</c:v>
                  </c:pt>
                  <c:pt idx="334">
                    <c:v>2025-12-01</c:v>
                  </c:pt>
                  <c:pt idx="335">
                    <c:v>2025-12-02</c:v>
                  </c:pt>
                  <c:pt idx="336">
                    <c:v>2025-12-03</c:v>
                  </c:pt>
                  <c:pt idx="337">
                    <c:v>2025-12-04</c:v>
                  </c:pt>
                  <c:pt idx="338">
                    <c:v>2025-12-05</c:v>
                  </c:pt>
                  <c:pt idx="339">
                    <c:v>2025-12-06</c:v>
                  </c:pt>
                  <c:pt idx="340">
                    <c:v>2025-12-07</c:v>
                  </c:pt>
                  <c:pt idx="341">
                    <c:v>2025-12-08</c:v>
                  </c:pt>
                  <c:pt idx="342">
                    <c:v>2025-12-09</c:v>
                  </c:pt>
                  <c:pt idx="343">
                    <c:v>2025-12-10</c:v>
                  </c:pt>
                  <c:pt idx="344">
                    <c:v>2025-12-11</c:v>
                  </c:pt>
                  <c:pt idx="345">
                    <c:v>2025-12-12</c:v>
                  </c:pt>
                  <c:pt idx="346">
                    <c:v>2025-12-13</c:v>
                  </c:pt>
                  <c:pt idx="347">
                    <c:v>2025-12-14</c:v>
                  </c:pt>
                  <c:pt idx="348">
                    <c:v>2025-12-15</c:v>
                  </c:pt>
                  <c:pt idx="349">
                    <c:v>2025-12-16</c:v>
                  </c:pt>
                  <c:pt idx="350">
                    <c:v>2025-12-17</c:v>
                  </c:pt>
                  <c:pt idx="351">
                    <c:v>2025-12-18</c:v>
                  </c:pt>
                  <c:pt idx="352">
                    <c:v>2025-12-19</c:v>
                  </c:pt>
                  <c:pt idx="353">
                    <c:v>2025-12-20</c:v>
                  </c:pt>
                  <c:pt idx="354">
                    <c:v>2025-12-21</c:v>
                  </c:pt>
                  <c:pt idx="355">
                    <c:v>2025-12-22</c:v>
                  </c:pt>
                  <c:pt idx="356">
                    <c:v>2025-12-23</c:v>
                  </c:pt>
                  <c:pt idx="357">
                    <c:v>2025-12-24</c:v>
                  </c:pt>
                  <c:pt idx="358">
                    <c:v>2025-12-25</c:v>
                  </c:pt>
                  <c:pt idx="359">
                    <c:v>2025-12-26</c:v>
                  </c:pt>
                  <c:pt idx="360">
                    <c:v>2025-12-27</c:v>
                  </c:pt>
                  <c:pt idx="361">
                    <c:v>2025-12-28</c:v>
                  </c:pt>
                  <c:pt idx="362">
                    <c:v>2025-12-29</c:v>
                  </c:pt>
                  <c:pt idx="363">
                    <c:v>2025-12-30</c:v>
                  </c:pt>
                  <c:pt idx="364">
                    <c:v>2025-12-31</c:v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238593</c:v>
                </c:pt>
                <c:pt idx="340">
                  <c:v>385563</c:v>
                </c:pt>
                <c:pt idx="341">
                  <c:v>384758</c:v>
                </c:pt>
                <c:pt idx="342">
                  <c:v>438215</c:v>
                </c:pt>
                <c:pt idx="343">
                  <c:v>1368234</c:v>
                </c:pt>
                <c:pt idx="344">
                  <c:v>1118539</c:v>
                </c:pt>
                <c:pt idx="345">
                  <c:v>681643</c:v>
                </c:pt>
                <c:pt idx="346">
                  <c:v>158826</c:v>
                </c:pt>
                <c:pt idx="347">
                  <c:v>867700</c:v>
                </c:pt>
                <c:pt idx="348">
                  <c:v>484693</c:v>
                </c:pt>
                <c:pt idx="349">
                  <c:v>120613</c:v>
                </c:pt>
                <c:pt idx="350">
                  <c:v>306014</c:v>
                </c:pt>
                <c:pt idx="351">
                  <c:v>37139</c:v>
                </c:pt>
                <c:pt idx="352">
                  <c:v>44232</c:v>
                </c:pt>
                <c:pt idx="353">
                  <c:v>66246</c:v>
                </c:pt>
                <c:pt idx="354">
                  <c:v>39007</c:v>
                </c:pt>
                <c:pt idx="355">
                  <c:v>126955</c:v>
                </c:pt>
                <c:pt idx="356">
                  <c:v>168807</c:v>
                </c:pt>
                <c:pt idx="357">
                  <c:v>235334</c:v>
                </c:pt>
                <c:pt idx="358">
                  <c:v>20403</c:v>
                </c:pt>
                <c:pt idx="359">
                  <c:v>14307</c:v>
                </c:pt>
                <c:pt idx="360">
                  <c:v>198658</c:v>
                </c:pt>
                <c:pt idx="361">
                  <c:v>286081</c:v>
                </c:pt>
                <c:pt idx="362">
                  <c:v>260275</c:v>
                </c:pt>
                <c:pt idx="363">
                  <c:v>158268</c:v>
                </c:pt>
                <c:pt idx="364">
                  <c:v>182994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057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X (Twitter)</c:v>
                  </c:pt>
                  <c:pt idx="1">
                    <c:v>Facebook</c:v>
                  </c:pt>
                  <c:pt idx="2">
                    <c:v>Instagram</c:v>
                  </c:pt>
                  <c:pt idx="3">
                    <c:v>Blogs</c:v>
                  </c:pt>
                  <c:pt idx="4">
                    <c:v>Videos</c:v>
                  </c:pt>
                  <c:pt idx="5">
                    <c:v>TikTok</c:v>
                  </c:pt>
                  <c:pt idx="6">
                    <c:v>Podcasts</c:v>
                  </c:pt>
                  <c:pt idx="7">
                    <c:v>Other Socials</c:v>
                  </c:pt>
                  <c:pt idx="8">
                    <c:v>News</c:v>
                  </c:pt>
                  <c:pt idx="9">
                    <c:v>Web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</c:v>
                </c:pt>
                <c:pt idx="1">
                  <c:v>85</c:v>
                </c:pt>
                <c:pt idx="2">
                  <c:v>0</c:v>
                </c:pt>
                <c:pt idx="3">
                  <c:v>24</c:v>
                </c:pt>
                <c:pt idx="4">
                  <c:v>54</c:v>
                </c:pt>
                <c:pt idx="5">
                  <c:v>6</c:v>
                </c:pt>
                <c:pt idx="6">
                  <c:v>0</c:v>
                </c:pt>
                <c:pt idx="7">
                  <c:v>3</c:v>
                </c:pt>
                <c:pt idx="8">
                  <c:v>412</c:v>
                </c:pt>
                <c:pt idx="9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57F4A"/>
            </a:solidFill>
            <a:ln w="25400" cap="flat">
              <a:solidFill>
                <a:srgbClr val="057F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57F4A"/>
              </a:solidFill>
              <a:ln w="9525" cap="flat">
                <a:solidFill>
                  <a:srgbClr val="057F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2025-01-01</c:v>
                  </c:pt>
                  <c:pt idx="1">
                    <c:v>2025-01-02</c:v>
                  </c:pt>
                  <c:pt idx="2">
                    <c:v>2025-01-03</c:v>
                  </c:pt>
                  <c:pt idx="3">
                    <c:v>2025-01-04</c:v>
                  </c:pt>
                  <c:pt idx="4">
                    <c:v>2025-01-05</c:v>
                  </c:pt>
                  <c:pt idx="5">
                    <c:v>2025-01-06</c:v>
                  </c:pt>
                  <c:pt idx="6">
                    <c:v>2025-01-07</c:v>
                  </c:pt>
                  <c:pt idx="7">
                    <c:v>2025-01-08</c:v>
                  </c:pt>
                  <c:pt idx="8">
                    <c:v>2025-01-09</c:v>
                  </c:pt>
                  <c:pt idx="9">
                    <c:v>2025-01-10</c:v>
                  </c:pt>
                  <c:pt idx="10">
                    <c:v>2025-01-11</c:v>
                  </c:pt>
                  <c:pt idx="11">
                    <c:v>2025-01-12</c:v>
                  </c:pt>
                  <c:pt idx="12">
                    <c:v>2025-01-13</c:v>
                  </c:pt>
                  <c:pt idx="13">
                    <c:v>2025-01-14</c:v>
                  </c:pt>
                  <c:pt idx="14">
                    <c:v>2025-01-15</c:v>
                  </c:pt>
                  <c:pt idx="15">
                    <c:v>2025-01-16</c:v>
                  </c:pt>
                  <c:pt idx="16">
                    <c:v>2025-01-17</c:v>
                  </c:pt>
                  <c:pt idx="17">
                    <c:v>2025-01-18</c:v>
                  </c:pt>
                  <c:pt idx="18">
                    <c:v>2025-01-19</c:v>
                  </c:pt>
                  <c:pt idx="19">
                    <c:v>2025-01-20</c:v>
                  </c:pt>
                  <c:pt idx="20">
                    <c:v>2025-01-21</c:v>
                  </c:pt>
                  <c:pt idx="21">
                    <c:v>2025-01-22</c:v>
                  </c:pt>
                  <c:pt idx="22">
                    <c:v>2025-01-23</c:v>
                  </c:pt>
                  <c:pt idx="23">
                    <c:v>2025-01-24</c:v>
                  </c:pt>
                  <c:pt idx="24">
                    <c:v>2025-01-25</c:v>
                  </c:pt>
                  <c:pt idx="25">
                    <c:v>2025-01-26</c:v>
                  </c:pt>
                  <c:pt idx="26">
                    <c:v>2025-01-27</c:v>
                  </c:pt>
                  <c:pt idx="27">
                    <c:v>2025-01-28</c:v>
                  </c:pt>
                  <c:pt idx="28">
                    <c:v>2025-01-29</c:v>
                  </c:pt>
                  <c:pt idx="29">
                    <c:v>2025-01-30</c:v>
                  </c:pt>
                  <c:pt idx="30">
                    <c:v>2025-01-31</c:v>
                  </c:pt>
                  <c:pt idx="31">
                    <c:v>2025-02-01</c:v>
                  </c:pt>
                  <c:pt idx="32">
                    <c:v>2025-02-02</c:v>
                  </c:pt>
                  <c:pt idx="33">
                    <c:v>2025-02-03</c:v>
                  </c:pt>
                  <c:pt idx="34">
                    <c:v>2025-02-04</c:v>
                  </c:pt>
                  <c:pt idx="35">
                    <c:v>2025-02-05</c:v>
                  </c:pt>
                  <c:pt idx="36">
                    <c:v>2025-02-06</c:v>
                  </c:pt>
                  <c:pt idx="37">
                    <c:v>2025-02-07</c:v>
                  </c:pt>
                  <c:pt idx="38">
                    <c:v>2025-02-08</c:v>
                  </c:pt>
                  <c:pt idx="39">
                    <c:v>2025-02-09</c:v>
                  </c:pt>
                  <c:pt idx="40">
                    <c:v>2025-02-10</c:v>
                  </c:pt>
                  <c:pt idx="41">
                    <c:v>2025-02-11</c:v>
                  </c:pt>
                  <c:pt idx="42">
                    <c:v>2025-02-12</c:v>
                  </c:pt>
                  <c:pt idx="43">
                    <c:v>2025-02-13</c:v>
                  </c:pt>
                  <c:pt idx="44">
                    <c:v>2025-02-14</c:v>
                  </c:pt>
                  <c:pt idx="45">
                    <c:v>2025-02-15</c:v>
                  </c:pt>
                  <c:pt idx="46">
                    <c:v>2025-02-16</c:v>
                  </c:pt>
                  <c:pt idx="47">
                    <c:v>2025-02-17</c:v>
                  </c:pt>
                  <c:pt idx="48">
                    <c:v>2025-02-18</c:v>
                  </c:pt>
                  <c:pt idx="49">
                    <c:v>2025-02-19</c:v>
                  </c:pt>
                  <c:pt idx="50">
                    <c:v>2025-02-20</c:v>
                  </c:pt>
                  <c:pt idx="51">
                    <c:v>2025-02-21</c:v>
                  </c:pt>
                  <c:pt idx="52">
                    <c:v>2025-02-22</c:v>
                  </c:pt>
                  <c:pt idx="53">
                    <c:v>2025-02-23</c:v>
                  </c:pt>
                  <c:pt idx="54">
                    <c:v>2025-02-24</c:v>
                  </c:pt>
                  <c:pt idx="55">
                    <c:v>2025-02-25</c:v>
                  </c:pt>
                  <c:pt idx="56">
                    <c:v>2025-02-26</c:v>
                  </c:pt>
                  <c:pt idx="57">
                    <c:v>2025-02-27</c:v>
                  </c:pt>
                  <c:pt idx="58">
                    <c:v>2025-02-28</c:v>
                  </c:pt>
                  <c:pt idx="59">
                    <c:v>2025-03-01</c:v>
                  </c:pt>
                  <c:pt idx="60">
                    <c:v>2025-03-02</c:v>
                  </c:pt>
                  <c:pt idx="61">
                    <c:v>2025-03-03</c:v>
                  </c:pt>
                  <c:pt idx="62">
                    <c:v>2025-03-04</c:v>
                  </c:pt>
                  <c:pt idx="63">
                    <c:v>2025-03-05</c:v>
                  </c:pt>
                  <c:pt idx="64">
                    <c:v>2025-03-06</c:v>
                  </c:pt>
                  <c:pt idx="65">
                    <c:v>2025-03-07</c:v>
                  </c:pt>
                  <c:pt idx="66">
                    <c:v>2025-03-08</c:v>
                  </c:pt>
                  <c:pt idx="67">
                    <c:v>2025-03-09</c:v>
                  </c:pt>
                  <c:pt idx="68">
                    <c:v>2025-03-10</c:v>
                  </c:pt>
                  <c:pt idx="69">
                    <c:v>2025-03-11</c:v>
                  </c:pt>
                  <c:pt idx="70">
                    <c:v>2025-03-12</c:v>
                  </c:pt>
                  <c:pt idx="71">
                    <c:v>2025-03-13</c:v>
                  </c:pt>
                  <c:pt idx="72">
                    <c:v>2025-03-14</c:v>
                  </c:pt>
                  <c:pt idx="73">
                    <c:v>2025-03-15</c:v>
                  </c:pt>
                  <c:pt idx="74">
                    <c:v>2025-03-16</c:v>
                  </c:pt>
                  <c:pt idx="75">
                    <c:v>2025-03-17</c:v>
                  </c:pt>
                  <c:pt idx="76">
                    <c:v>2025-03-18</c:v>
                  </c:pt>
                  <c:pt idx="77">
                    <c:v>2025-03-19</c:v>
                  </c:pt>
                  <c:pt idx="78">
                    <c:v>2025-03-20</c:v>
                  </c:pt>
                  <c:pt idx="79">
                    <c:v>2025-03-21</c:v>
                  </c:pt>
                  <c:pt idx="80">
                    <c:v>2025-03-22</c:v>
                  </c:pt>
                  <c:pt idx="81">
                    <c:v>2025-03-23</c:v>
                  </c:pt>
                  <c:pt idx="82">
                    <c:v>2025-03-24</c:v>
                  </c:pt>
                  <c:pt idx="83">
                    <c:v>2025-03-25</c:v>
                  </c:pt>
                  <c:pt idx="84">
                    <c:v>2025-03-26</c:v>
                  </c:pt>
                  <c:pt idx="85">
                    <c:v>2025-03-27</c:v>
                  </c:pt>
                  <c:pt idx="86">
                    <c:v>2025-03-28</c:v>
                  </c:pt>
                  <c:pt idx="87">
                    <c:v>2025-03-29</c:v>
                  </c:pt>
                  <c:pt idx="88">
                    <c:v>2025-03-30</c:v>
                  </c:pt>
                  <c:pt idx="89">
                    <c:v>2025-03-31</c:v>
                  </c:pt>
                  <c:pt idx="90">
                    <c:v>2025-04-01</c:v>
                  </c:pt>
                  <c:pt idx="91">
                    <c:v>2025-04-02</c:v>
                  </c:pt>
                  <c:pt idx="92">
                    <c:v>2025-04-03</c:v>
                  </c:pt>
                  <c:pt idx="93">
                    <c:v>2025-04-04</c:v>
                  </c:pt>
                  <c:pt idx="94">
                    <c:v>2025-04-05</c:v>
                  </c:pt>
                  <c:pt idx="95">
                    <c:v>2025-04-06</c:v>
                  </c:pt>
                  <c:pt idx="96">
                    <c:v>2025-04-07</c:v>
                  </c:pt>
                  <c:pt idx="97">
                    <c:v>2025-04-08</c:v>
                  </c:pt>
                  <c:pt idx="98">
                    <c:v>2025-04-09</c:v>
                  </c:pt>
                  <c:pt idx="99">
                    <c:v>2025-04-10</c:v>
                  </c:pt>
                  <c:pt idx="100">
                    <c:v>2025-04-11</c:v>
                  </c:pt>
                  <c:pt idx="101">
                    <c:v>2025-04-12</c:v>
                  </c:pt>
                  <c:pt idx="102">
                    <c:v>2025-04-13</c:v>
                  </c:pt>
                  <c:pt idx="103">
                    <c:v>2025-04-14</c:v>
                  </c:pt>
                  <c:pt idx="104">
                    <c:v>2025-04-15</c:v>
                  </c:pt>
                  <c:pt idx="105">
                    <c:v>2025-04-16</c:v>
                  </c:pt>
                  <c:pt idx="106">
                    <c:v>2025-04-17</c:v>
                  </c:pt>
                  <c:pt idx="107">
                    <c:v>2025-04-18</c:v>
                  </c:pt>
                  <c:pt idx="108">
                    <c:v>2025-04-19</c:v>
                  </c:pt>
                  <c:pt idx="109">
                    <c:v>2025-04-20</c:v>
                  </c:pt>
                  <c:pt idx="110">
                    <c:v>2025-04-21</c:v>
                  </c:pt>
                  <c:pt idx="111">
                    <c:v>2025-04-22</c:v>
                  </c:pt>
                  <c:pt idx="112">
                    <c:v>2025-04-23</c:v>
                  </c:pt>
                  <c:pt idx="113">
                    <c:v>2025-04-24</c:v>
                  </c:pt>
                  <c:pt idx="114">
                    <c:v>2025-04-25</c:v>
                  </c:pt>
                  <c:pt idx="115">
                    <c:v>2025-04-26</c:v>
                  </c:pt>
                  <c:pt idx="116">
                    <c:v>2025-04-27</c:v>
                  </c:pt>
                  <c:pt idx="117">
                    <c:v>2025-04-28</c:v>
                  </c:pt>
                  <c:pt idx="118">
                    <c:v>2025-04-29</c:v>
                  </c:pt>
                  <c:pt idx="119">
                    <c:v>2025-04-30</c:v>
                  </c:pt>
                  <c:pt idx="120">
                    <c:v>2025-05-01</c:v>
                  </c:pt>
                  <c:pt idx="121">
                    <c:v>2025-05-02</c:v>
                  </c:pt>
                  <c:pt idx="122">
                    <c:v>2025-05-03</c:v>
                  </c:pt>
                  <c:pt idx="123">
                    <c:v>2025-05-04</c:v>
                  </c:pt>
                  <c:pt idx="124">
                    <c:v>2025-05-05</c:v>
                  </c:pt>
                  <c:pt idx="125">
                    <c:v>2025-05-06</c:v>
                  </c:pt>
                  <c:pt idx="126">
                    <c:v>2025-05-07</c:v>
                  </c:pt>
                  <c:pt idx="127">
                    <c:v>2025-05-08</c:v>
                  </c:pt>
                  <c:pt idx="128">
                    <c:v>2025-05-09</c:v>
                  </c:pt>
                  <c:pt idx="129">
                    <c:v>2025-05-10</c:v>
                  </c:pt>
                  <c:pt idx="130">
                    <c:v>2025-05-11</c:v>
                  </c:pt>
                  <c:pt idx="131">
                    <c:v>2025-05-12</c:v>
                  </c:pt>
                  <c:pt idx="132">
                    <c:v>2025-05-13</c:v>
                  </c:pt>
                  <c:pt idx="133">
                    <c:v>2025-05-14</c:v>
                  </c:pt>
                  <c:pt idx="134">
                    <c:v>2025-05-15</c:v>
                  </c:pt>
                  <c:pt idx="135">
                    <c:v>2025-05-16</c:v>
                  </c:pt>
                  <c:pt idx="136">
                    <c:v>2025-05-17</c:v>
                  </c:pt>
                  <c:pt idx="137">
                    <c:v>2025-05-18</c:v>
                  </c:pt>
                  <c:pt idx="138">
                    <c:v>2025-05-19</c:v>
                  </c:pt>
                  <c:pt idx="139">
                    <c:v>2025-05-20</c:v>
                  </c:pt>
                  <c:pt idx="140">
                    <c:v>2025-05-21</c:v>
                  </c:pt>
                  <c:pt idx="141">
                    <c:v>2025-05-22</c:v>
                  </c:pt>
                  <c:pt idx="142">
                    <c:v>2025-05-23</c:v>
                  </c:pt>
                  <c:pt idx="143">
                    <c:v>2025-05-24</c:v>
                  </c:pt>
                  <c:pt idx="144">
                    <c:v>2025-05-25</c:v>
                  </c:pt>
                  <c:pt idx="145">
                    <c:v>2025-05-26</c:v>
                  </c:pt>
                  <c:pt idx="146">
                    <c:v>2025-05-27</c:v>
                  </c:pt>
                  <c:pt idx="147">
                    <c:v>2025-05-28</c:v>
                  </c:pt>
                  <c:pt idx="148">
                    <c:v>2025-05-29</c:v>
                  </c:pt>
                  <c:pt idx="149">
                    <c:v>2025-05-30</c:v>
                  </c:pt>
                  <c:pt idx="150">
                    <c:v>2025-05-31</c:v>
                  </c:pt>
                  <c:pt idx="151">
                    <c:v>2025-06-01</c:v>
                  </c:pt>
                  <c:pt idx="152">
                    <c:v>2025-06-02</c:v>
                  </c:pt>
                  <c:pt idx="153">
                    <c:v>2025-06-03</c:v>
                  </c:pt>
                  <c:pt idx="154">
                    <c:v>2025-06-04</c:v>
                  </c:pt>
                  <c:pt idx="155">
                    <c:v>2025-06-05</c:v>
                  </c:pt>
                  <c:pt idx="156">
                    <c:v>2025-06-06</c:v>
                  </c:pt>
                  <c:pt idx="157">
                    <c:v>2025-06-07</c:v>
                  </c:pt>
                  <c:pt idx="158">
                    <c:v>2025-06-08</c:v>
                  </c:pt>
                  <c:pt idx="159">
                    <c:v>2025-06-09</c:v>
                  </c:pt>
                  <c:pt idx="160">
                    <c:v>2025-06-10</c:v>
                  </c:pt>
                  <c:pt idx="161">
                    <c:v>2025-06-11</c:v>
                  </c:pt>
                  <c:pt idx="162">
                    <c:v>2025-06-12</c:v>
                  </c:pt>
                  <c:pt idx="163">
                    <c:v>2025-06-13</c:v>
                  </c:pt>
                  <c:pt idx="164">
                    <c:v>2025-06-14</c:v>
                  </c:pt>
                  <c:pt idx="165">
                    <c:v>2025-06-15</c:v>
                  </c:pt>
                  <c:pt idx="166">
                    <c:v>2025-06-16</c:v>
                  </c:pt>
                  <c:pt idx="167">
                    <c:v>2025-06-17</c:v>
                  </c:pt>
                  <c:pt idx="168">
                    <c:v>2025-06-18</c:v>
                  </c:pt>
                  <c:pt idx="169">
                    <c:v>2025-06-19</c:v>
                  </c:pt>
                  <c:pt idx="170">
                    <c:v>2025-06-20</c:v>
                  </c:pt>
                  <c:pt idx="171">
                    <c:v>2025-06-21</c:v>
                  </c:pt>
                  <c:pt idx="172">
                    <c:v>2025-06-22</c:v>
                  </c:pt>
                  <c:pt idx="173">
                    <c:v>2025-06-23</c:v>
                  </c:pt>
                  <c:pt idx="174">
                    <c:v>2025-06-24</c:v>
                  </c:pt>
                  <c:pt idx="175">
                    <c:v>2025-06-25</c:v>
                  </c:pt>
                  <c:pt idx="176">
                    <c:v>2025-06-26</c:v>
                  </c:pt>
                  <c:pt idx="177">
                    <c:v>2025-06-27</c:v>
                  </c:pt>
                  <c:pt idx="178">
                    <c:v>2025-06-28</c:v>
                  </c:pt>
                  <c:pt idx="179">
                    <c:v>2025-06-29</c:v>
                  </c:pt>
                  <c:pt idx="180">
                    <c:v>2025-06-30</c:v>
                  </c:pt>
                  <c:pt idx="181">
                    <c:v>2025-07-01</c:v>
                  </c:pt>
                  <c:pt idx="182">
                    <c:v>2025-07-02</c:v>
                  </c:pt>
                  <c:pt idx="183">
                    <c:v>2025-07-03</c:v>
                  </c:pt>
                  <c:pt idx="184">
                    <c:v>2025-07-04</c:v>
                  </c:pt>
                  <c:pt idx="185">
                    <c:v>2025-07-05</c:v>
                  </c:pt>
                  <c:pt idx="186">
                    <c:v>2025-07-06</c:v>
                  </c:pt>
                  <c:pt idx="187">
                    <c:v>2025-07-07</c:v>
                  </c:pt>
                  <c:pt idx="188">
                    <c:v>2025-07-08</c:v>
                  </c:pt>
                  <c:pt idx="189">
                    <c:v>2025-07-09</c:v>
                  </c:pt>
                  <c:pt idx="190">
                    <c:v>2025-07-10</c:v>
                  </c:pt>
                  <c:pt idx="191">
                    <c:v>2025-07-11</c:v>
                  </c:pt>
                  <c:pt idx="192">
                    <c:v>2025-07-12</c:v>
                  </c:pt>
                  <c:pt idx="193">
                    <c:v>2025-07-13</c:v>
                  </c:pt>
                  <c:pt idx="194">
                    <c:v>2025-07-14</c:v>
                  </c:pt>
                  <c:pt idx="195">
                    <c:v>2025-07-15</c:v>
                  </c:pt>
                  <c:pt idx="196">
                    <c:v>2025-07-16</c:v>
                  </c:pt>
                  <c:pt idx="197">
                    <c:v>2025-07-17</c:v>
                  </c:pt>
                  <c:pt idx="198">
                    <c:v>2025-07-18</c:v>
                  </c:pt>
                  <c:pt idx="199">
                    <c:v>2025-07-19</c:v>
                  </c:pt>
                  <c:pt idx="200">
                    <c:v>2025-07-20</c:v>
                  </c:pt>
                  <c:pt idx="201">
                    <c:v>2025-07-21</c:v>
                  </c:pt>
                  <c:pt idx="202">
                    <c:v>2025-07-22</c:v>
                  </c:pt>
                  <c:pt idx="203">
                    <c:v>2025-07-23</c:v>
                  </c:pt>
                  <c:pt idx="204">
                    <c:v>2025-07-24</c:v>
                  </c:pt>
                  <c:pt idx="205">
                    <c:v>2025-07-25</c:v>
                  </c:pt>
                  <c:pt idx="206">
                    <c:v>2025-07-26</c:v>
                  </c:pt>
                  <c:pt idx="207">
                    <c:v>2025-07-27</c:v>
                  </c:pt>
                  <c:pt idx="208">
                    <c:v>2025-07-28</c:v>
                  </c:pt>
                  <c:pt idx="209">
                    <c:v>2025-07-29</c:v>
                  </c:pt>
                  <c:pt idx="210">
                    <c:v>2025-07-30</c:v>
                  </c:pt>
                  <c:pt idx="211">
                    <c:v>2025-07-31</c:v>
                  </c:pt>
                  <c:pt idx="212">
                    <c:v>2025-08-01</c:v>
                  </c:pt>
                  <c:pt idx="213">
                    <c:v>2025-08-02</c:v>
                  </c:pt>
                  <c:pt idx="214">
                    <c:v>2025-08-03</c:v>
                  </c:pt>
                  <c:pt idx="215">
                    <c:v>2025-08-04</c:v>
                  </c:pt>
                  <c:pt idx="216">
                    <c:v>2025-08-05</c:v>
                  </c:pt>
                  <c:pt idx="217">
                    <c:v>2025-08-06</c:v>
                  </c:pt>
                  <c:pt idx="218">
                    <c:v>2025-08-07</c:v>
                  </c:pt>
                  <c:pt idx="219">
                    <c:v>2025-08-08</c:v>
                  </c:pt>
                  <c:pt idx="220">
                    <c:v>2025-08-09</c:v>
                  </c:pt>
                  <c:pt idx="221">
                    <c:v>2025-08-10</c:v>
                  </c:pt>
                  <c:pt idx="222">
                    <c:v>2025-08-11</c:v>
                  </c:pt>
                  <c:pt idx="223">
                    <c:v>2025-08-12</c:v>
                  </c:pt>
                  <c:pt idx="224">
                    <c:v>2025-08-13</c:v>
                  </c:pt>
                  <c:pt idx="225">
                    <c:v>2025-08-14</c:v>
                  </c:pt>
                  <c:pt idx="226">
                    <c:v>2025-08-15</c:v>
                  </c:pt>
                  <c:pt idx="227">
                    <c:v>2025-08-16</c:v>
                  </c:pt>
                  <c:pt idx="228">
                    <c:v>2025-08-17</c:v>
                  </c:pt>
                  <c:pt idx="229">
                    <c:v>2025-08-18</c:v>
                  </c:pt>
                  <c:pt idx="230">
                    <c:v>2025-08-19</c:v>
                  </c:pt>
                  <c:pt idx="231">
                    <c:v>2025-08-20</c:v>
                  </c:pt>
                  <c:pt idx="232">
                    <c:v>2025-08-21</c:v>
                  </c:pt>
                  <c:pt idx="233">
                    <c:v>2025-08-22</c:v>
                  </c:pt>
                  <c:pt idx="234">
                    <c:v>2025-08-23</c:v>
                  </c:pt>
                  <c:pt idx="235">
                    <c:v>2025-08-24</c:v>
                  </c:pt>
                  <c:pt idx="236">
                    <c:v>2025-08-25</c:v>
                  </c:pt>
                  <c:pt idx="237">
                    <c:v>2025-08-26</c:v>
                  </c:pt>
                  <c:pt idx="238">
                    <c:v>2025-08-27</c:v>
                  </c:pt>
                  <c:pt idx="239">
                    <c:v>2025-08-28</c:v>
                  </c:pt>
                  <c:pt idx="240">
                    <c:v>2025-08-29</c:v>
                  </c:pt>
                  <c:pt idx="241">
                    <c:v>2025-08-30</c:v>
                  </c:pt>
                  <c:pt idx="242">
                    <c:v>2025-08-31</c:v>
                  </c:pt>
                  <c:pt idx="243">
                    <c:v>2025-09-01</c:v>
                  </c:pt>
                  <c:pt idx="244">
                    <c:v>2025-09-02</c:v>
                  </c:pt>
                  <c:pt idx="245">
                    <c:v>2025-09-03</c:v>
                  </c:pt>
                  <c:pt idx="246">
                    <c:v>2025-09-04</c:v>
                  </c:pt>
                  <c:pt idx="247">
                    <c:v>2025-09-05</c:v>
                  </c:pt>
                  <c:pt idx="248">
                    <c:v>2025-09-06</c:v>
                  </c:pt>
                  <c:pt idx="249">
                    <c:v>2025-09-07</c:v>
                  </c:pt>
                  <c:pt idx="250">
                    <c:v>2025-09-08</c:v>
                  </c:pt>
                  <c:pt idx="251">
                    <c:v>2025-09-09</c:v>
                  </c:pt>
                  <c:pt idx="252">
                    <c:v>2025-09-10</c:v>
                  </c:pt>
                  <c:pt idx="253">
                    <c:v>2025-09-11</c:v>
                  </c:pt>
                  <c:pt idx="254">
                    <c:v>2025-09-12</c:v>
                  </c:pt>
                  <c:pt idx="255">
                    <c:v>2025-09-13</c:v>
                  </c:pt>
                  <c:pt idx="256">
                    <c:v>2025-09-14</c:v>
                  </c:pt>
                  <c:pt idx="257">
                    <c:v>2025-09-15</c:v>
                  </c:pt>
                  <c:pt idx="258">
                    <c:v>2025-09-16</c:v>
                  </c:pt>
                  <c:pt idx="259">
                    <c:v>2025-09-17</c:v>
                  </c:pt>
                  <c:pt idx="260">
                    <c:v>2025-09-18</c:v>
                  </c:pt>
                  <c:pt idx="261">
                    <c:v>2025-09-19</c:v>
                  </c:pt>
                  <c:pt idx="262">
                    <c:v>2025-09-20</c:v>
                  </c:pt>
                  <c:pt idx="263">
                    <c:v>2025-09-21</c:v>
                  </c:pt>
                  <c:pt idx="264">
                    <c:v>2025-09-22</c:v>
                  </c:pt>
                  <c:pt idx="265">
                    <c:v>2025-09-23</c:v>
                  </c:pt>
                  <c:pt idx="266">
                    <c:v>2025-09-24</c:v>
                  </c:pt>
                  <c:pt idx="267">
                    <c:v>2025-09-25</c:v>
                  </c:pt>
                  <c:pt idx="268">
                    <c:v>2025-09-26</c:v>
                  </c:pt>
                  <c:pt idx="269">
                    <c:v>2025-09-27</c:v>
                  </c:pt>
                  <c:pt idx="270">
                    <c:v>2025-09-28</c:v>
                  </c:pt>
                  <c:pt idx="271">
                    <c:v>2025-09-29</c:v>
                  </c:pt>
                  <c:pt idx="272">
                    <c:v>2025-09-30</c:v>
                  </c:pt>
                  <c:pt idx="273">
                    <c:v>2025-10-01</c:v>
                  </c:pt>
                  <c:pt idx="274">
                    <c:v>2025-10-02</c:v>
                  </c:pt>
                  <c:pt idx="275">
                    <c:v>2025-10-03</c:v>
                  </c:pt>
                  <c:pt idx="276">
                    <c:v>2025-10-04</c:v>
                  </c:pt>
                  <c:pt idx="277">
                    <c:v>2025-10-05</c:v>
                  </c:pt>
                  <c:pt idx="278">
                    <c:v>2025-10-06</c:v>
                  </c:pt>
                  <c:pt idx="279">
                    <c:v>2025-10-07</c:v>
                  </c:pt>
                  <c:pt idx="280">
                    <c:v>2025-10-08</c:v>
                  </c:pt>
                  <c:pt idx="281">
                    <c:v>2025-10-09</c:v>
                  </c:pt>
                  <c:pt idx="282">
                    <c:v>2025-10-10</c:v>
                  </c:pt>
                  <c:pt idx="283">
                    <c:v>2025-10-11</c:v>
                  </c:pt>
                  <c:pt idx="284">
                    <c:v>2025-10-12</c:v>
                  </c:pt>
                  <c:pt idx="285">
                    <c:v>2025-10-13</c:v>
                  </c:pt>
                  <c:pt idx="286">
                    <c:v>2025-10-14</c:v>
                  </c:pt>
                  <c:pt idx="287">
                    <c:v>2025-10-15</c:v>
                  </c:pt>
                  <c:pt idx="288">
                    <c:v>2025-10-16</c:v>
                  </c:pt>
                  <c:pt idx="289">
                    <c:v>2025-10-17</c:v>
                  </c:pt>
                  <c:pt idx="290">
                    <c:v>2025-10-18</c:v>
                  </c:pt>
                  <c:pt idx="291">
                    <c:v>2025-10-19</c:v>
                  </c:pt>
                  <c:pt idx="292">
                    <c:v>2025-10-20</c:v>
                  </c:pt>
                  <c:pt idx="293">
                    <c:v>2025-10-21</c:v>
                  </c:pt>
                  <c:pt idx="294">
                    <c:v>2025-10-22</c:v>
                  </c:pt>
                  <c:pt idx="295">
                    <c:v>2025-10-23</c:v>
                  </c:pt>
                  <c:pt idx="296">
                    <c:v>2025-10-24</c:v>
                  </c:pt>
                  <c:pt idx="297">
                    <c:v>2025-10-25</c:v>
                  </c:pt>
                  <c:pt idx="298">
                    <c:v>2025-10-26</c:v>
                  </c:pt>
                  <c:pt idx="299">
                    <c:v>2025-10-27</c:v>
                  </c:pt>
                  <c:pt idx="300">
                    <c:v>2025-10-28</c:v>
                  </c:pt>
                  <c:pt idx="301">
                    <c:v>2025-10-29</c:v>
                  </c:pt>
                  <c:pt idx="302">
                    <c:v>2025-10-30</c:v>
                  </c:pt>
                  <c:pt idx="303">
                    <c:v>2025-10-31</c:v>
                  </c:pt>
                  <c:pt idx="304">
                    <c:v>2025-11-01</c:v>
                  </c:pt>
                  <c:pt idx="305">
                    <c:v>2025-11-02</c:v>
                  </c:pt>
                  <c:pt idx="306">
                    <c:v>2025-11-03</c:v>
                  </c:pt>
                  <c:pt idx="307">
                    <c:v>2025-11-04</c:v>
                  </c:pt>
                  <c:pt idx="308">
                    <c:v>2025-11-05</c:v>
                  </c:pt>
                  <c:pt idx="309">
                    <c:v>2025-11-06</c:v>
                  </c:pt>
                  <c:pt idx="310">
                    <c:v>2025-11-07</c:v>
                  </c:pt>
                  <c:pt idx="311">
                    <c:v>2025-11-08</c:v>
                  </c:pt>
                  <c:pt idx="312">
                    <c:v>2025-11-09</c:v>
                  </c:pt>
                  <c:pt idx="313">
                    <c:v>2025-11-10</c:v>
                  </c:pt>
                  <c:pt idx="314">
                    <c:v>2025-11-11</c:v>
                  </c:pt>
                  <c:pt idx="315">
                    <c:v>2025-11-12</c:v>
                  </c:pt>
                  <c:pt idx="316">
                    <c:v>2025-11-13</c:v>
                  </c:pt>
                  <c:pt idx="317">
                    <c:v>2025-11-14</c:v>
                  </c:pt>
                  <c:pt idx="318">
                    <c:v>2025-11-15</c:v>
                  </c:pt>
                  <c:pt idx="319">
                    <c:v>2025-11-16</c:v>
                  </c:pt>
                  <c:pt idx="320">
                    <c:v>2025-11-17</c:v>
                  </c:pt>
                  <c:pt idx="321">
                    <c:v>2025-11-18</c:v>
                  </c:pt>
                  <c:pt idx="322">
                    <c:v>2025-11-19</c:v>
                  </c:pt>
                  <c:pt idx="323">
                    <c:v>2025-11-20</c:v>
                  </c:pt>
                  <c:pt idx="324">
                    <c:v>2025-11-21</c:v>
                  </c:pt>
                  <c:pt idx="325">
                    <c:v>2025-11-22</c:v>
                  </c:pt>
                  <c:pt idx="326">
                    <c:v>2025-11-23</c:v>
                  </c:pt>
                  <c:pt idx="327">
                    <c:v>2025-11-24</c:v>
                  </c:pt>
                  <c:pt idx="328">
                    <c:v>2025-11-25</c:v>
                  </c:pt>
                  <c:pt idx="329">
                    <c:v>2025-11-26</c:v>
                  </c:pt>
                  <c:pt idx="330">
                    <c:v>2025-11-27</c:v>
                  </c:pt>
                  <c:pt idx="331">
                    <c:v>2025-11-28</c:v>
                  </c:pt>
                  <c:pt idx="332">
                    <c:v>2025-11-29</c:v>
                  </c:pt>
                  <c:pt idx="333">
                    <c:v>2025-11-30</c:v>
                  </c:pt>
                  <c:pt idx="334">
                    <c:v>2025-12-01</c:v>
                  </c:pt>
                  <c:pt idx="335">
                    <c:v>2025-12-02</c:v>
                  </c:pt>
                  <c:pt idx="336">
                    <c:v>2025-12-03</c:v>
                  </c:pt>
                  <c:pt idx="337">
                    <c:v>2025-12-04</c:v>
                  </c:pt>
                  <c:pt idx="338">
                    <c:v>2025-12-05</c:v>
                  </c:pt>
                  <c:pt idx="339">
                    <c:v>2025-12-06</c:v>
                  </c:pt>
                  <c:pt idx="340">
                    <c:v>2025-12-07</c:v>
                  </c:pt>
                  <c:pt idx="341">
                    <c:v>2025-12-08</c:v>
                  </c:pt>
                  <c:pt idx="342">
                    <c:v>2025-12-09</c:v>
                  </c:pt>
                  <c:pt idx="343">
                    <c:v>2025-12-10</c:v>
                  </c:pt>
                  <c:pt idx="344">
                    <c:v>2025-12-11</c:v>
                  </c:pt>
                  <c:pt idx="345">
                    <c:v>2025-12-12</c:v>
                  </c:pt>
                  <c:pt idx="346">
                    <c:v>2025-12-13</c:v>
                  </c:pt>
                  <c:pt idx="347">
                    <c:v>2025-12-14</c:v>
                  </c:pt>
                  <c:pt idx="348">
                    <c:v>2025-12-15</c:v>
                  </c:pt>
                  <c:pt idx="349">
                    <c:v>2025-12-16</c:v>
                  </c:pt>
                  <c:pt idx="350">
                    <c:v>2025-12-17</c:v>
                  </c:pt>
                  <c:pt idx="351">
                    <c:v>2025-12-18</c:v>
                  </c:pt>
                  <c:pt idx="352">
                    <c:v>2025-12-19</c:v>
                  </c:pt>
                  <c:pt idx="353">
                    <c:v>2025-12-20</c:v>
                  </c:pt>
                  <c:pt idx="354">
                    <c:v>2025-12-21</c:v>
                  </c:pt>
                  <c:pt idx="355">
                    <c:v>2025-12-22</c:v>
                  </c:pt>
                  <c:pt idx="356">
                    <c:v>2025-12-23</c:v>
                  </c:pt>
                  <c:pt idx="357">
                    <c:v>2025-12-24</c:v>
                  </c:pt>
                  <c:pt idx="358">
                    <c:v>2025-12-25</c:v>
                  </c:pt>
                  <c:pt idx="359">
                    <c:v>2025-12-26</c:v>
                  </c:pt>
                  <c:pt idx="360">
                    <c:v>2025-12-27</c:v>
                  </c:pt>
                  <c:pt idx="361">
                    <c:v>2025-12-28</c:v>
                  </c:pt>
                  <c:pt idx="362">
                    <c:v>2025-12-29</c:v>
                  </c:pt>
                  <c:pt idx="363">
                    <c:v>2025-12-30</c:v>
                  </c:pt>
                  <c:pt idx="364">
                    <c:v>2025-12-31</c:v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1</c:v>
                </c:pt>
                <c:pt idx="343">
                  <c:v>6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2</c:v>
                </c:pt>
                <c:pt idx="348">
                  <c:v>2</c:v>
                </c:pt>
                <c:pt idx="349">
                  <c:v>0</c:v>
                </c:pt>
                <c:pt idx="350">
                  <c:v>1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1</c:v>
                </c:pt>
                <c:pt idx="355">
                  <c:v>0</c:v>
                </c:pt>
                <c:pt idx="356">
                  <c:v>0</c:v>
                </c:pt>
                <c:pt idx="357">
                  <c:v>1</c:v>
                </c:pt>
                <c:pt idx="358">
                  <c:v>1</c:v>
                </c:pt>
                <c:pt idx="359">
                  <c:v>0</c:v>
                </c:pt>
                <c:pt idx="360">
                  <c:v>1</c:v>
                </c:pt>
                <c:pt idx="361">
                  <c:v>1</c:v>
                </c:pt>
                <c:pt idx="362">
                  <c:v>2</c:v>
                </c:pt>
                <c:pt idx="363">
                  <c:v>1</c:v>
                </c:pt>
                <c:pt idx="364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B3540"/>
            </a:solidFill>
            <a:ln w="25400" cap="flat">
              <a:solidFill>
                <a:srgbClr val="BB35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B3540"/>
              </a:solidFill>
              <a:ln w="9525" cap="flat">
                <a:solidFill>
                  <a:srgbClr val="BB35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2025-01-01</c:v>
                  </c:pt>
                  <c:pt idx="1">
                    <c:v>2025-01-02</c:v>
                  </c:pt>
                  <c:pt idx="2">
                    <c:v>2025-01-03</c:v>
                  </c:pt>
                  <c:pt idx="3">
                    <c:v>2025-01-04</c:v>
                  </c:pt>
                  <c:pt idx="4">
                    <c:v>2025-01-05</c:v>
                  </c:pt>
                  <c:pt idx="5">
                    <c:v>2025-01-06</c:v>
                  </c:pt>
                  <c:pt idx="6">
                    <c:v>2025-01-07</c:v>
                  </c:pt>
                  <c:pt idx="7">
                    <c:v>2025-01-08</c:v>
                  </c:pt>
                  <c:pt idx="8">
                    <c:v>2025-01-09</c:v>
                  </c:pt>
                  <c:pt idx="9">
                    <c:v>2025-01-10</c:v>
                  </c:pt>
                  <c:pt idx="10">
                    <c:v>2025-01-11</c:v>
                  </c:pt>
                  <c:pt idx="11">
                    <c:v>2025-01-12</c:v>
                  </c:pt>
                  <c:pt idx="12">
                    <c:v>2025-01-13</c:v>
                  </c:pt>
                  <c:pt idx="13">
                    <c:v>2025-01-14</c:v>
                  </c:pt>
                  <c:pt idx="14">
                    <c:v>2025-01-15</c:v>
                  </c:pt>
                  <c:pt idx="15">
                    <c:v>2025-01-16</c:v>
                  </c:pt>
                  <c:pt idx="16">
                    <c:v>2025-01-17</c:v>
                  </c:pt>
                  <c:pt idx="17">
                    <c:v>2025-01-18</c:v>
                  </c:pt>
                  <c:pt idx="18">
                    <c:v>2025-01-19</c:v>
                  </c:pt>
                  <c:pt idx="19">
                    <c:v>2025-01-20</c:v>
                  </c:pt>
                  <c:pt idx="20">
                    <c:v>2025-01-21</c:v>
                  </c:pt>
                  <c:pt idx="21">
                    <c:v>2025-01-22</c:v>
                  </c:pt>
                  <c:pt idx="22">
                    <c:v>2025-01-23</c:v>
                  </c:pt>
                  <c:pt idx="23">
                    <c:v>2025-01-24</c:v>
                  </c:pt>
                  <c:pt idx="24">
                    <c:v>2025-01-25</c:v>
                  </c:pt>
                  <c:pt idx="25">
                    <c:v>2025-01-26</c:v>
                  </c:pt>
                  <c:pt idx="26">
                    <c:v>2025-01-27</c:v>
                  </c:pt>
                  <c:pt idx="27">
                    <c:v>2025-01-28</c:v>
                  </c:pt>
                  <c:pt idx="28">
                    <c:v>2025-01-29</c:v>
                  </c:pt>
                  <c:pt idx="29">
                    <c:v>2025-01-30</c:v>
                  </c:pt>
                  <c:pt idx="30">
                    <c:v>2025-01-31</c:v>
                  </c:pt>
                  <c:pt idx="31">
                    <c:v>2025-02-01</c:v>
                  </c:pt>
                  <c:pt idx="32">
                    <c:v>2025-02-02</c:v>
                  </c:pt>
                  <c:pt idx="33">
                    <c:v>2025-02-03</c:v>
                  </c:pt>
                  <c:pt idx="34">
                    <c:v>2025-02-04</c:v>
                  </c:pt>
                  <c:pt idx="35">
                    <c:v>2025-02-05</c:v>
                  </c:pt>
                  <c:pt idx="36">
                    <c:v>2025-02-06</c:v>
                  </c:pt>
                  <c:pt idx="37">
                    <c:v>2025-02-07</c:v>
                  </c:pt>
                  <c:pt idx="38">
                    <c:v>2025-02-08</c:v>
                  </c:pt>
                  <c:pt idx="39">
                    <c:v>2025-02-09</c:v>
                  </c:pt>
                  <c:pt idx="40">
                    <c:v>2025-02-10</c:v>
                  </c:pt>
                  <c:pt idx="41">
                    <c:v>2025-02-11</c:v>
                  </c:pt>
                  <c:pt idx="42">
                    <c:v>2025-02-12</c:v>
                  </c:pt>
                  <c:pt idx="43">
                    <c:v>2025-02-13</c:v>
                  </c:pt>
                  <c:pt idx="44">
                    <c:v>2025-02-14</c:v>
                  </c:pt>
                  <c:pt idx="45">
                    <c:v>2025-02-15</c:v>
                  </c:pt>
                  <c:pt idx="46">
                    <c:v>2025-02-16</c:v>
                  </c:pt>
                  <c:pt idx="47">
                    <c:v>2025-02-17</c:v>
                  </c:pt>
                  <c:pt idx="48">
                    <c:v>2025-02-18</c:v>
                  </c:pt>
                  <c:pt idx="49">
                    <c:v>2025-02-19</c:v>
                  </c:pt>
                  <c:pt idx="50">
                    <c:v>2025-02-20</c:v>
                  </c:pt>
                  <c:pt idx="51">
                    <c:v>2025-02-21</c:v>
                  </c:pt>
                  <c:pt idx="52">
                    <c:v>2025-02-22</c:v>
                  </c:pt>
                  <c:pt idx="53">
                    <c:v>2025-02-23</c:v>
                  </c:pt>
                  <c:pt idx="54">
                    <c:v>2025-02-24</c:v>
                  </c:pt>
                  <c:pt idx="55">
                    <c:v>2025-02-25</c:v>
                  </c:pt>
                  <c:pt idx="56">
                    <c:v>2025-02-26</c:v>
                  </c:pt>
                  <c:pt idx="57">
                    <c:v>2025-02-27</c:v>
                  </c:pt>
                  <c:pt idx="58">
                    <c:v>2025-02-28</c:v>
                  </c:pt>
                  <c:pt idx="59">
                    <c:v>2025-03-01</c:v>
                  </c:pt>
                  <c:pt idx="60">
                    <c:v>2025-03-02</c:v>
                  </c:pt>
                  <c:pt idx="61">
                    <c:v>2025-03-03</c:v>
                  </c:pt>
                  <c:pt idx="62">
                    <c:v>2025-03-04</c:v>
                  </c:pt>
                  <c:pt idx="63">
                    <c:v>2025-03-05</c:v>
                  </c:pt>
                  <c:pt idx="64">
                    <c:v>2025-03-06</c:v>
                  </c:pt>
                  <c:pt idx="65">
                    <c:v>2025-03-07</c:v>
                  </c:pt>
                  <c:pt idx="66">
                    <c:v>2025-03-08</c:v>
                  </c:pt>
                  <c:pt idx="67">
                    <c:v>2025-03-09</c:v>
                  </c:pt>
                  <c:pt idx="68">
                    <c:v>2025-03-10</c:v>
                  </c:pt>
                  <c:pt idx="69">
                    <c:v>2025-03-11</c:v>
                  </c:pt>
                  <c:pt idx="70">
                    <c:v>2025-03-12</c:v>
                  </c:pt>
                  <c:pt idx="71">
                    <c:v>2025-03-13</c:v>
                  </c:pt>
                  <c:pt idx="72">
                    <c:v>2025-03-14</c:v>
                  </c:pt>
                  <c:pt idx="73">
                    <c:v>2025-03-15</c:v>
                  </c:pt>
                  <c:pt idx="74">
                    <c:v>2025-03-16</c:v>
                  </c:pt>
                  <c:pt idx="75">
                    <c:v>2025-03-17</c:v>
                  </c:pt>
                  <c:pt idx="76">
                    <c:v>2025-03-18</c:v>
                  </c:pt>
                  <c:pt idx="77">
                    <c:v>2025-03-19</c:v>
                  </c:pt>
                  <c:pt idx="78">
                    <c:v>2025-03-20</c:v>
                  </c:pt>
                  <c:pt idx="79">
                    <c:v>2025-03-21</c:v>
                  </c:pt>
                  <c:pt idx="80">
                    <c:v>2025-03-22</c:v>
                  </c:pt>
                  <c:pt idx="81">
                    <c:v>2025-03-23</c:v>
                  </c:pt>
                  <c:pt idx="82">
                    <c:v>2025-03-24</c:v>
                  </c:pt>
                  <c:pt idx="83">
                    <c:v>2025-03-25</c:v>
                  </c:pt>
                  <c:pt idx="84">
                    <c:v>2025-03-26</c:v>
                  </c:pt>
                  <c:pt idx="85">
                    <c:v>2025-03-27</c:v>
                  </c:pt>
                  <c:pt idx="86">
                    <c:v>2025-03-28</c:v>
                  </c:pt>
                  <c:pt idx="87">
                    <c:v>2025-03-29</c:v>
                  </c:pt>
                  <c:pt idx="88">
                    <c:v>2025-03-30</c:v>
                  </c:pt>
                  <c:pt idx="89">
                    <c:v>2025-03-31</c:v>
                  </c:pt>
                  <c:pt idx="90">
                    <c:v>2025-04-01</c:v>
                  </c:pt>
                  <c:pt idx="91">
                    <c:v>2025-04-02</c:v>
                  </c:pt>
                  <c:pt idx="92">
                    <c:v>2025-04-03</c:v>
                  </c:pt>
                  <c:pt idx="93">
                    <c:v>2025-04-04</c:v>
                  </c:pt>
                  <c:pt idx="94">
                    <c:v>2025-04-05</c:v>
                  </c:pt>
                  <c:pt idx="95">
                    <c:v>2025-04-06</c:v>
                  </c:pt>
                  <c:pt idx="96">
                    <c:v>2025-04-07</c:v>
                  </c:pt>
                  <c:pt idx="97">
                    <c:v>2025-04-08</c:v>
                  </c:pt>
                  <c:pt idx="98">
                    <c:v>2025-04-09</c:v>
                  </c:pt>
                  <c:pt idx="99">
                    <c:v>2025-04-10</c:v>
                  </c:pt>
                  <c:pt idx="100">
                    <c:v>2025-04-11</c:v>
                  </c:pt>
                  <c:pt idx="101">
                    <c:v>2025-04-12</c:v>
                  </c:pt>
                  <c:pt idx="102">
                    <c:v>2025-04-13</c:v>
                  </c:pt>
                  <c:pt idx="103">
                    <c:v>2025-04-14</c:v>
                  </c:pt>
                  <c:pt idx="104">
                    <c:v>2025-04-15</c:v>
                  </c:pt>
                  <c:pt idx="105">
                    <c:v>2025-04-16</c:v>
                  </c:pt>
                  <c:pt idx="106">
                    <c:v>2025-04-17</c:v>
                  </c:pt>
                  <c:pt idx="107">
                    <c:v>2025-04-18</c:v>
                  </c:pt>
                  <c:pt idx="108">
                    <c:v>2025-04-19</c:v>
                  </c:pt>
                  <c:pt idx="109">
                    <c:v>2025-04-20</c:v>
                  </c:pt>
                  <c:pt idx="110">
                    <c:v>2025-04-21</c:v>
                  </c:pt>
                  <c:pt idx="111">
                    <c:v>2025-04-22</c:v>
                  </c:pt>
                  <c:pt idx="112">
                    <c:v>2025-04-23</c:v>
                  </c:pt>
                  <c:pt idx="113">
                    <c:v>2025-04-24</c:v>
                  </c:pt>
                  <c:pt idx="114">
                    <c:v>2025-04-25</c:v>
                  </c:pt>
                  <c:pt idx="115">
                    <c:v>2025-04-26</c:v>
                  </c:pt>
                  <c:pt idx="116">
                    <c:v>2025-04-27</c:v>
                  </c:pt>
                  <c:pt idx="117">
                    <c:v>2025-04-28</c:v>
                  </c:pt>
                  <c:pt idx="118">
                    <c:v>2025-04-29</c:v>
                  </c:pt>
                  <c:pt idx="119">
                    <c:v>2025-04-30</c:v>
                  </c:pt>
                  <c:pt idx="120">
                    <c:v>2025-05-01</c:v>
                  </c:pt>
                  <c:pt idx="121">
                    <c:v>2025-05-02</c:v>
                  </c:pt>
                  <c:pt idx="122">
                    <c:v>2025-05-03</c:v>
                  </c:pt>
                  <c:pt idx="123">
                    <c:v>2025-05-04</c:v>
                  </c:pt>
                  <c:pt idx="124">
                    <c:v>2025-05-05</c:v>
                  </c:pt>
                  <c:pt idx="125">
                    <c:v>2025-05-06</c:v>
                  </c:pt>
                  <c:pt idx="126">
                    <c:v>2025-05-07</c:v>
                  </c:pt>
                  <c:pt idx="127">
                    <c:v>2025-05-08</c:v>
                  </c:pt>
                  <c:pt idx="128">
                    <c:v>2025-05-09</c:v>
                  </c:pt>
                  <c:pt idx="129">
                    <c:v>2025-05-10</c:v>
                  </c:pt>
                  <c:pt idx="130">
                    <c:v>2025-05-11</c:v>
                  </c:pt>
                  <c:pt idx="131">
                    <c:v>2025-05-12</c:v>
                  </c:pt>
                  <c:pt idx="132">
                    <c:v>2025-05-13</c:v>
                  </c:pt>
                  <c:pt idx="133">
                    <c:v>2025-05-14</c:v>
                  </c:pt>
                  <c:pt idx="134">
                    <c:v>2025-05-15</c:v>
                  </c:pt>
                  <c:pt idx="135">
                    <c:v>2025-05-16</c:v>
                  </c:pt>
                  <c:pt idx="136">
                    <c:v>2025-05-17</c:v>
                  </c:pt>
                  <c:pt idx="137">
                    <c:v>2025-05-18</c:v>
                  </c:pt>
                  <c:pt idx="138">
                    <c:v>2025-05-19</c:v>
                  </c:pt>
                  <c:pt idx="139">
                    <c:v>2025-05-20</c:v>
                  </c:pt>
                  <c:pt idx="140">
                    <c:v>2025-05-21</c:v>
                  </c:pt>
                  <c:pt idx="141">
                    <c:v>2025-05-22</c:v>
                  </c:pt>
                  <c:pt idx="142">
                    <c:v>2025-05-23</c:v>
                  </c:pt>
                  <c:pt idx="143">
                    <c:v>2025-05-24</c:v>
                  </c:pt>
                  <c:pt idx="144">
                    <c:v>2025-05-25</c:v>
                  </c:pt>
                  <c:pt idx="145">
                    <c:v>2025-05-26</c:v>
                  </c:pt>
                  <c:pt idx="146">
                    <c:v>2025-05-27</c:v>
                  </c:pt>
                  <c:pt idx="147">
                    <c:v>2025-05-28</c:v>
                  </c:pt>
                  <c:pt idx="148">
                    <c:v>2025-05-29</c:v>
                  </c:pt>
                  <c:pt idx="149">
                    <c:v>2025-05-30</c:v>
                  </c:pt>
                  <c:pt idx="150">
                    <c:v>2025-05-31</c:v>
                  </c:pt>
                  <c:pt idx="151">
                    <c:v>2025-06-01</c:v>
                  </c:pt>
                  <c:pt idx="152">
                    <c:v>2025-06-02</c:v>
                  </c:pt>
                  <c:pt idx="153">
                    <c:v>2025-06-03</c:v>
                  </c:pt>
                  <c:pt idx="154">
                    <c:v>2025-06-04</c:v>
                  </c:pt>
                  <c:pt idx="155">
                    <c:v>2025-06-05</c:v>
                  </c:pt>
                  <c:pt idx="156">
                    <c:v>2025-06-06</c:v>
                  </c:pt>
                  <c:pt idx="157">
                    <c:v>2025-06-07</c:v>
                  </c:pt>
                  <c:pt idx="158">
                    <c:v>2025-06-08</c:v>
                  </c:pt>
                  <c:pt idx="159">
                    <c:v>2025-06-09</c:v>
                  </c:pt>
                  <c:pt idx="160">
                    <c:v>2025-06-10</c:v>
                  </c:pt>
                  <c:pt idx="161">
                    <c:v>2025-06-11</c:v>
                  </c:pt>
                  <c:pt idx="162">
                    <c:v>2025-06-12</c:v>
                  </c:pt>
                  <c:pt idx="163">
                    <c:v>2025-06-13</c:v>
                  </c:pt>
                  <c:pt idx="164">
                    <c:v>2025-06-14</c:v>
                  </c:pt>
                  <c:pt idx="165">
                    <c:v>2025-06-15</c:v>
                  </c:pt>
                  <c:pt idx="166">
                    <c:v>2025-06-16</c:v>
                  </c:pt>
                  <c:pt idx="167">
                    <c:v>2025-06-17</c:v>
                  </c:pt>
                  <c:pt idx="168">
                    <c:v>2025-06-18</c:v>
                  </c:pt>
                  <c:pt idx="169">
                    <c:v>2025-06-19</c:v>
                  </c:pt>
                  <c:pt idx="170">
                    <c:v>2025-06-20</c:v>
                  </c:pt>
                  <c:pt idx="171">
                    <c:v>2025-06-21</c:v>
                  </c:pt>
                  <c:pt idx="172">
                    <c:v>2025-06-22</c:v>
                  </c:pt>
                  <c:pt idx="173">
                    <c:v>2025-06-23</c:v>
                  </c:pt>
                  <c:pt idx="174">
                    <c:v>2025-06-24</c:v>
                  </c:pt>
                  <c:pt idx="175">
                    <c:v>2025-06-25</c:v>
                  </c:pt>
                  <c:pt idx="176">
                    <c:v>2025-06-26</c:v>
                  </c:pt>
                  <c:pt idx="177">
                    <c:v>2025-06-27</c:v>
                  </c:pt>
                  <c:pt idx="178">
                    <c:v>2025-06-28</c:v>
                  </c:pt>
                  <c:pt idx="179">
                    <c:v>2025-06-29</c:v>
                  </c:pt>
                  <c:pt idx="180">
                    <c:v>2025-06-30</c:v>
                  </c:pt>
                  <c:pt idx="181">
                    <c:v>2025-07-01</c:v>
                  </c:pt>
                  <c:pt idx="182">
                    <c:v>2025-07-02</c:v>
                  </c:pt>
                  <c:pt idx="183">
                    <c:v>2025-07-03</c:v>
                  </c:pt>
                  <c:pt idx="184">
                    <c:v>2025-07-04</c:v>
                  </c:pt>
                  <c:pt idx="185">
                    <c:v>2025-07-05</c:v>
                  </c:pt>
                  <c:pt idx="186">
                    <c:v>2025-07-06</c:v>
                  </c:pt>
                  <c:pt idx="187">
                    <c:v>2025-07-07</c:v>
                  </c:pt>
                  <c:pt idx="188">
                    <c:v>2025-07-08</c:v>
                  </c:pt>
                  <c:pt idx="189">
                    <c:v>2025-07-09</c:v>
                  </c:pt>
                  <c:pt idx="190">
                    <c:v>2025-07-10</c:v>
                  </c:pt>
                  <c:pt idx="191">
                    <c:v>2025-07-11</c:v>
                  </c:pt>
                  <c:pt idx="192">
                    <c:v>2025-07-12</c:v>
                  </c:pt>
                  <c:pt idx="193">
                    <c:v>2025-07-13</c:v>
                  </c:pt>
                  <c:pt idx="194">
                    <c:v>2025-07-14</c:v>
                  </c:pt>
                  <c:pt idx="195">
                    <c:v>2025-07-15</c:v>
                  </c:pt>
                  <c:pt idx="196">
                    <c:v>2025-07-16</c:v>
                  </c:pt>
                  <c:pt idx="197">
                    <c:v>2025-07-17</c:v>
                  </c:pt>
                  <c:pt idx="198">
                    <c:v>2025-07-18</c:v>
                  </c:pt>
                  <c:pt idx="199">
                    <c:v>2025-07-19</c:v>
                  </c:pt>
                  <c:pt idx="200">
                    <c:v>2025-07-20</c:v>
                  </c:pt>
                  <c:pt idx="201">
                    <c:v>2025-07-21</c:v>
                  </c:pt>
                  <c:pt idx="202">
                    <c:v>2025-07-22</c:v>
                  </c:pt>
                  <c:pt idx="203">
                    <c:v>2025-07-23</c:v>
                  </c:pt>
                  <c:pt idx="204">
                    <c:v>2025-07-24</c:v>
                  </c:pt>
                  <c:pt idx="205">
                    <c:v>2025-07-25</c:v>
                  </c:pt>
                  <c:pt idx="206">
                    <c:v>2025-07-26</c:v>
                  </c:pt>
                  <c:pt idx="207">
                    <c:v>2025-07-27</c:v>
                  </c:pt>
                  <c:pt idx="208">
                    <c:v>2025-07-28</c:v>
                  </c:pt>
                  <c:pt idx="209">
                    <c:v>2025-07-29</c:v>
                  </c:pt>
                  <c:pt idx="210">
                    <c:v>2025-07-30</c:v>
                  </c:pt>
                  <c:pt idx="211">
                    <c:v>2025-07-31</c:v>
                  </c:pt>
                  <c:pt idx="212">
                    <c:v>2025-08-01</c:v>
                  </c:pt>
                  <c:pt idx="213">
                    <c:v>2025-08-02</c:v>
                  </c:pt>
                  <c:pt idx="214">
                    <c:v>2025-08-03</c:v>
                  </c:pt>
                  <c:pt idx="215">
                    <c:v>2025-08-04</c:v>
                  </c:pt>
                  <c:pt idx="216">
                    <c:v>2025-08-05</c:v>
                  </c:pt>
                  <c:pt idx="217">
                    <c:v>2025-08-06</c:v>
                  </c:pt>
                  <c:pt idx="218">
                    <c:v>2025-08-07</c:v>
                  </c:pt>
                  <c:pt idx="219">
                    <c:v>2025-08-08</c:v>
                  </c:pt>
                  <c:pt idx="220">
                    <c:v>2025-08-09</c:v>
                  </c:pt>
                  <c:pt idx="221">
                    <c:v>2025-08-10</c:v>
                  </c:pt>
                  <c:pt idx="222">
                    <c:v>2025-08-11</c:v>
                  </c:pt>
                  <c:pt idx="223">
                    <c:v>2025-08-12</c:v>
                  </c:pt>
                  <c:pt idx="224">
                    <c:v>2025-08-13</c:v>
                  </c:pt>
                  <c:pt idx="225">
                    <c:v>2025-08-14</c:v>
                  </c:pt>
                  <c:pt idx="226">
                    <c:v>2025-08-15</c:v>
                  </c:pt>
                  <c:pt idx="227">
                    <c:v>2025-08-16</c:v>
                  </c:pt>
                  <c:pt idx="228">
                    <c:v>2025-08-17</c:v>
                  </c:pt>
                  <c:pt idx="229">
                    <c:v>2025-08-18</c:v>
                  </c:pt>
                  <c:pt idx="230">
                    <c:v>2025-08-19</c:v>
                  </c:pt>
                  <c:pt idx="231">
                    <c:v>2025-08-20</c:v>
                  </c:pt>
                  <c:pt idx="232">
                    <c:v>2025-08-21</c:v>
                  </c:pt>
                  <c:pt idx="233">
                    <c:v>2025-08-22</c:v>
                  </c:pt>
                  <c:pt idx="234">
                    <c:v>2025-08-23</c:v>
                  </c:pt>
                  <c:pt idx="235">
                    <c:v>2025-08-24</c:v>
                  </c:pt>
                  <c:pt idx="236">
                    <c:v>2025-08-25</c:v>
                  </c:pt>
                  <c:pt idx="237">
                    <c:v>2025-08-26</c:v>
                  </c:pt>
                  <c:pt idx="238">
                    <c:v>2025-08-27</c:v>
                  </c:pt>
                  <c:pt idx="239">
                    <c:v>2025-08-28</c:v>
                  </c:pt>
                  <c:pt idx="240">
                    <c:v>2025-08-29</c:v>
                  </c:pt>
                  <c:pt idx="241">
                    <c:v>2025-08-30</c:v>
                  </c:pt>
                  <c:pt idx="242">
                    <c:v>2025-08-31</c:v>
                  </c:pt>
                  <c:pt idx="243">
                    <c:v>2025-09-01</c:v>
                  </c:pt>
                  <c:pt idx="244">
                    <c:v>2025-09-02</c:v>
                  </c:pt>
                  <c:pt idx="245">
                    <c:v>2025-09-03</c:v>
                  </c:pt>
                  <c:pt idx="246">
                    <c:v>2025-09-04</c:v>
                  </c:pt>
                  <c:pt idx="247">
                    <c:v>2025-09-05</c:v>
                  </c:pt>
                  <c:pt idx="248">
                    <c:v>2025-09-06</c:v>
                  </c:pt>
                  <c:pt idx="249">
                    <c:v>2025-09-07</c:v>
                  </c:pt>
                  <c:pt idx="250">
                    <c:v>2025-09-08</c:v>
                  </c:pt>
                  <c:pt idx="251">
                    <c:v>2025-09-09</c:v>
                  </c:pt>
                  <c:pt idx="252">
                    <c:v>2025-09-10</c:v>
                  </c:pt>
                  <c:pt idx="253">
                    <c:v>2025-09-11</c:v>
                  </c:pt>
                  <c:pt idx="254">
                    <c:v>2025-09-12</c:v>
                  </c:pt>
                  <c:pt idx="255">
                    <c:v>2025-09-13</c:v>
                  </c:pt>
                  <c:pt idx="256">
                    <c:v>2025-09-14</c:v>
                  </c:pt>
                  <c:pt idx="257">
                    <c:v>2025-09-15</c:v>
                  </c:pt>
                  <c:pt idx="258">
                    <c:v>2025-09-16</c:v>
                  </c:pt>
                  <c:pt idx="259">
                    <c:v>2025-09-17</c:v>
                  </c:pt>
                  <c:pt idx="260">
                    <c:v>2025-09-18</c:v>
                  </c:pt>
                  <c:pt idx="261">
                    <c:v>2025-09-19</c:v>
                  </c:pt>
                  <c:pt idx="262">
                    <c:v>2025-09-20</c:v>
                  </c:pt>
                  <c:pt idx="263">
                    <c:v>2025-09-21</c:v>
                  </c:pt>
                  <c:pt idx="264">
                    <c:v>2025-09-22</c:v>
                  </c:pt>
                  <c:pt idx="265">
                    <c:v>2025-09-23</c:v>
                  </c:pt>
                  <c:pt idx="266">
                    <c:v>2025-09-24</c:v>
                  </c:pt>
                  <c:pt idx="267">
                    <c:v>2025-09-25</c:v>
                  </c:pt>
                  <c:pt idx="268">
                    <c:v>2025-09-26</c:v>
                  </c:pt>
                  <c:pt idx="269">
                    <c:v>2025-09-27</c:v>
                  </c:pt>
                  <c:pt idx="270">
                    <c:v>2025-09-28</c:v>
                  </c:pt>
                  <c:pt idx="271">
                    <c:v>2025-09-29</c:v>
                  </c:pt>
                  <c:pt idx="272">
                    <c:v>2025-09-30</c:v>
                  </c:pt>
                  <c:pt idx="273">
                    <c:v>2025-10-01</c:v>
                  </c:pt>
                  <c:pt idx="274">
                    <c:v>2025-10-02</c:v>
                  </c:pt>
                  <c:pt idx="275">
                    <c:v>2025-10-03</c:v>
                  </c:pt>
                  <c:pt idx="276">
                    <c:v>2025-10-04</c:v>
                  </c:pt>
                  <c:pt idx="277">
                    <c:v>2025-10-05</c:v>
                  </c:pt>
                  <c:pt idx="278">
                    <c:v>2025-10-06</c:v>
                  </c:pt>
                  <c:pt idx="279">
                    <c:v>2025-10-07</c:v>
                  </c:pt>
                  <c:pt idx="280">
                    <c:v>2025-10-08</c:v>
                  </c:pt>
                  <c:pt idx="281">
                    <c:v>2025-10-09</c:v>
                  </c:pt>
                  <c:pt idx="282">
                    <c:v>2025-10-10</c:v>
                  </c:pt>
                  <c:pt idx="283">
                    <c:v>2025-10-11</c:v>
                  </c:pt>
                  <c:pt idx="284">
                    <c:v>2025-10-12</c:v>
                  </c:pt>
                  <c:pt idx="285">
                    <c:v>2025-10-13</c:v>
                  </c:pt>
                  <c:pt idx="286">
                    <c:v>2025-10-14</c:v>
                  </c:pt>
                  <c:pt idx="287">
                    <c:v>2025-10-15</c:v>
                  </c:pt>
                  <c:pt idx="288">
                    <c:v>2025-10-16</c:v>
                  </c:pt>
                  <c:pt idx="289">
                    <c:v>2025-10-17</c:v>
                  </c:pt>
                  <c:pt idx="290">
                    <c:v>2025-10-18</c:v>
                  </c:pt>
                  <c:pt idx="291">
                    <c:v>2025-10-19</c:v>
                  </c:pt>
                  <c:pt idx="292">
                    <c:v>2025-10-20</c:v>
                  </c:pt>
                  <c:pt idx="293">
                    <c:v>2025-10-21</c:v>
                  </c:pt>
                  <c:pt idx="294">
                    <c:v>2025-10-22</c:v>
                  </c:pt>
                  <c:pt idx="295">
                    <c:v>2025-10-23</c:v>
                  </c:pt>
                  <c:pt idx="296">
                    <c:v>2025-10-24</c:v>
                  </c:pt>
                  <c:pt idx="297">
                    <c:v>2025-10-25</c:v>
                  </c:pt>
                  <c:pt idx="298">
                    <c:v>2025-10-26</c:v>
                  </c:pt>
                  <c:pt idx="299">
                    <c:v>2025-10-27</c:v>
                  </c:pt>
                  <c:pt idx="300">
                    <c:v>2025-10-28</c:v>
                  </c:pt>
                  <c:pt idx="301">
                    <c:v>2025-10-29</c:v>
                  </c:pt>
                  <c:pt idx="302">
                    <c:v>2025-10-30</c:v>
                  </c:pt>
                  <c:pt idx="303">
                    <c:v>2025-10-31</c:v>
                  </c:pt>
                  <c:pt idx="304">
                    <c:v>2025-11-01</c:v>
                  </c:pt>
                  <c:pt idx="305">
                    <c:v>2025-11-02</c:v>
                  </c:pt>
                  <c:pt idx="306">
                    <c:v>2025-11-03</c:v>
                  </c:pt>
                  <c:pt idx="307">
                    <c:v>2025-11-04</c:v>
                  </c:pt>
                  <c:pt idx="308">
                    <c:v>2025-11-05</c:v>
                  </c:pt>
                  <c:pt idx="309">
                    <c:v>2025-11-06</c:v>
                  </c:pt>
                  <c:pt idx="310">
                    <c:v>2025-11-07</c:v>
                  </c:pt>
                  <c:pt idx="311">
                    <c:v>2025-11-08</c:v>
                  </c:pt>
                  <c:pt idx="312">
                    <c:v>2025-11-09</c:v>
                  </c:pt>
                  <c:pt idx="313">
                    <c:v>2025-11-10</c:v>
                  </c:pt>
                  <c:pt idx="314">
                    <c:v>2025-11-11</c:v>
                  </c:pt>
                  <c:pt idx="315">
                    <c:v>2025-11-12</c:v>
                  </c:pt>
                  <c:pt idx="316">
                    <c:v>2025-11-13</c:v>
                  </c:pt>
                  <c:pt idx="317">
                    <c:v>2025-11-14</c:v>
                  </c:pt>
                  <c:pt idx="318">
                    <c:v>2025-11-15</c:v>
                  </c:pt>
                  <c:pt idx="319">
                    <c:v>2025-11-16</c:v>
                  </c:pt>
                  <c:pt idx="320">
                    <c:v>2025-11-17</c:v>
                  </c:pt>
                  <c:pt idx="321">
                    <c:v>2025-11-18</c:v>
                  </c:pt>
                  <c:pt idx="322">
                    <c:v>2025-11-19</c:v>
                  </c:pt>
                  <c:pt idx="323">
                    <c:v>2025-11-20</c:v>
                  </c:pt>
                  <c:pt idx="324">
                    <c:v>2025-11-21</c:v>
                  </c:pt>
                  <c:pt idx="325">
                    <c:v>2025-11-22</c:v>
                  </c:pt>
                  <c:pt idx="326">
                    <c:v>2025-11-23</c:v>
                  </c:pt>
                  <c:pt idx="327">
                    <c:v>2025-11-24</c:v>
                  </c:pt>
                  <c:pt idx="328">
                    <c:v>2025-11-25</c:v>
                  </c:pt>
                  <c:pt idx="329">
                    <c:v>2025-11-26</c:v>
                  </c:pt>
                  <c:pt idx="330">
                    <c:v>2025-11-27</c:v>
                  </c:pt>
                  <c:pt idx="331">
                    <c:v>2025-11-28</c:v>
                  </c:pt>
                  <c:pt idx="332">
                    <c:v>2025-11-29</c:v>
                  </c:pt>
                  <c:pt idx="333">
                    <c:v>2025-11-30</c:v>
                  </c:pt>
                  <c:pt idx="334">
                    <c:v>2025-12-01</c:v>
                  </c:pt>
                  <c:pt idx="335">
                    <c:v>2025-12-02</c:v>
                  </c:pt>
                  <c:pt idx="336">
                    <c:v>2025-12-03</c:v>
                  </c:pt>
                  <c:pt idx="337">
                    <c:v>2025-12-04</c:v>
                  </c:pt>
                  <c:pt idx="338">
                    <c:v>2025-12-05</c:v>
                  </c:pt>
                  <c:pt idx="339">
                    <c:v>2025-12-06</c:v>
                  </c:pt>
                  <c:pt idx="340">
                    <c:v>2025-12-07</c:v>
                  </c:pt>
                  <c:pt idx="341">
                    <c:v>2025-12-08</c:v>
                  </c:pt>
                  <c:pt idx="342">
                    <c:v>2025-12-09</c:v>
                  </c:pt>
                  <c:pt idx="343">
                    <c:v>2025-12-10</c:v>
                  </c:pt>
                  <c:pt idx="344">
                    <c:v>2025-12-11</c:v>
                  </c:pt>
                  <c:pt idx="345">
                    <c:v>2025-12-12</c:v>
                  </c:pt>
                  <c:pt idx="346">
                    <c:v>2025-12-13</c:v>
                  </c:pt>
                  <c:pt idx="347">
                    <c:v>2025-12-14</c:v>
                  </c:pt>
                  <c:pt idx="348">
                    <c:v>2025-12-15</c:v>
                  </c:pt>
                  <c:pt idx="349">
                    <c:v>2025-12-16</c:v>
                  </c:pt>
                  <c:pt idx="350">
                    <c:v>2025-12-17</c:v>
                  </c:pt>
                  <c:pt idx="351">
                    <c:v>2025-12-18</c:v>
                  </c:pt>
                  <c:pt idx="352">
                    <c:v>2025-12-19</c:v>
                  </c:pt>
                  <c:pt idx="353">
                    <c:v>2025-12-20</c:v>
                  </c:pt>
                  <c:pt idx="354">
                    <c:v>2025-12-21</c:v>
                  </c:pt>
                  <c:pt idx="355">
                    <c:v>2025-12-22</c:v>
                  </c:pt>
                  <c:pt idx="356">
                    <c:v>2025-12-23</c:v>
                  </c:pt>
                  <c:pt idx="357">
                    <c:v>2025-12-24</c:v>
                  </c:pt>
                  <c:pt idx="358">
                    <c:v>2025-12-25</c:v>
                  </c:pt>
                  <c:pt idx="359">
                    <c:v>2025-12-26</c:v>
                  </c:pt>
                  <c:pt idx="360">
                    <c:v>2025-12-27</c:v>
                  </c:pt>
                  <c:pt idx="361">
                    <c:v>2025-12-28</c:v>
                  </c:pt>
                  <c:pt idx="362">
                    <c:v>2025-12-29</c:v>
                  </c:pt>
                  <c:pt idx="363">
                    <c:v>2025-12-30</c:v>
                  </c:pt>
                  <c:pt idx="364">
                    <c:v>2025-12-31</c:v>
                  </c:pt>
                </c:lvl>
              </c:multiLvlStrCache>
            </c:multiLvlStrRef>
          </c:cat>
          <c:val>
            <c:numRef>
              <c:f>Sheet1!$C$2:$C$366</c:f>
              <c:numCache>
                <c:formatCode>General</c:formatCode>
                <c:ptCount val="36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4</c:v>
                </c:pt>
                <c:pt idx="340">
                  <c:v>19</c:v>
                </c:pt>
                <c:pt idx="341">
                  <c:v>14</c:v>
                </c:pt>
                <c:pt idx="342">
                  <c:v>11</c:v>
                </c:pt>
                <c:pt idx="343">
                  <c:v>13</c:v>
                </c:pt>
                <c:pt idx="344">
                  <c:v>28</c:v>
                </c:pt>
                <c:pt idx="345">
                  <c:v>6</c:v>
                </c:pt>
                <c:pt idx="346">
                  <c:v>6</c:v>
                </c:pt>
                <c:pt idx="347">
                  <c:v>5</c:v>
                </c:pt>
                <c:pt idx="348">
                  <c:v>9</c:v>
                </c:pt>
                <c:pt idx="349">
                  <c:v>7</c:v>
                </c:pt>
                <c:pt idx="350">
                  <c:v>4</c:v>
                </c:pt>
                <c:pt idx="351">
                  <c:v>1</c:v>
                </c:pt>
                <c:pt idx="352">
                  <c:v>1</c:v>
                </c:pt>
                <c:pt idx="353">
                  <c:v>0</c:v>
                </c:pt>
                <c:pt idx="354">
                  <c:v>2</c:v>
                </c:pt>
                <c:pt idx="355">
                  <c:v>0</c:v>
                </c:pt>
                <c:pt idx="356">
                  <c:v>3</c:v>
                </c:pt>
                <c:pt idx="357">
                  <c:v>2</c:v>
                </c:pt>
                <c:pt idx="358">
                  <c:v>4</c:v>
                </c:pt>
                <c:pt idx="359">
                  <c:v>0</c:v>
                </c:pt>
                <c:pt idx="360">
                  <c:v>2</c:v>
                </c:pt>
                <c:pt idx="361">
                  <c:v>9</c:v>
                </c:pt>
                <c:pt idx="362">
                  <c:v>4</c:v>
                </c:pt>
                <c:pt idx="363">
                  <c:v>3</c:v>
                </c:pt>
                <c:pt idx="364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57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Facebook</c:v>
                  </c:pt>
                  <c:pt idx="1">
                    <c:v>Blogs</c:v>
                  </c:pt>
                  <c:pt idx="2">
                    <c:v>X (Twitter)</c:v>
                  </c:pt>
                  <c:pt idx="3">
                    <c:v>News</c:v>
                  </c:pt>
                  <c:pt idx="4">
                    <c:v>Videos</c:v>
                  </c:pt>
                  <c:pt idx="5">
                    <c:v>TikTok</c:v>
                  </c:pt>
                  <c:pt idx="6">
                    <c:v>Other Socials</c:v>
                  </c:pt>
                  <c:pt idx="7">
                    <c:v>Web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1</c:v>
                </c:pt>
                <c:pt idx="2">
                  <c:v>8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B35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Facebook</c:v>
                  </c:pt>
                  <c:pt idx="1">
                    <c:v>Blogs</c:v>
                  </c:pt>
                  <c:pt idx="2">
                    <c:v>X (Twitter)</c:v>
                  </c:pt>
                  <c:pt idx="3">
                    <c:v>News</c:v>
                  </c:pt>
                  <c:pt idx="4">
                    <c:v>Videos</c:v>
                  </c:pt>
                  <c:pt idx="5">
                    <c:v>TikTok</c:v>
                  </c:pt>
                  <c:pt idx="6">
                    <c:v>Other Socials</c:v>
                  </c:pt>
                  <c:pt idx="7">
                    <c:v>Web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26</c:v>
                </c:pt>
                <c:pt idx="1">
                  <c:v>1</c:v>
                </c:pt>
                <c:pt idx="2">
                  <c:v>41</c:v>
                </c:pt>
                <c:pt idx="3">
                  <c:v>74</c:v>
                </c:pt>
                <c:pt idx="4">
                  <c:v>9</c:v>
                </c:pt>
                <c:pt idx="5">
                  <c:v>2</c:v>
                </c:pt>
                <c:pt idx="6">
                  <c:v>1</c:v>
                </c:pt>
                <c:pt idx="7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4F4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Facebook</c:v>
                  </c:pt>
                  <c:pt idx="1">
                    <c:v>Blogs</c:v>
                  </c:pt>
                  <c:pt idx="2">
                    <c:v>X (Twitter)</c:v>
                  </c:pt>
                  <c:pt idx="3">
                    <c:v>News</c:v>
                  </c:pt>
                  <c:pt idx="4">
                    <c:v>Videos</c:v>
                  </c:pt>
                  <c:pt idx="5">
                    <c:v>TikTok</c:v>
                  </c:pt>
                  <c:pt idx="6">
                    <c:v>Other Socials</c:v>
                  </c:pt>
                  <c:pt idx="7">
                    <c:v>Web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54</c:v>
                </c:pt>
                <c:pt idx="1">
                  <c:v>22</c:v>
                </c:pt>
                <c:pt idx="2">
                  <c:v>62</c:v>
                </c:pt>
                <c:pt idx="3">
                  <c:v>335</c:v>
                </c:pt>
                <c:pt idx="4">
                  <c:v>43</c:v>
                </c:pt>
                <c:pt idx="5">
                  <c:v>3</c:v>
                </c:pt>
                <c:pt idx="6">
                  <c:v>2</c:v>
                </c:pt>
                <c:pt idx="7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1D6"/>
              </a:solidFill>
              <a:effectLst/>
            </c:spPr>
          </c:dPt>
          <c:dPt>
            <c:idx val="1"/>
            <c:bubble3D val="0"/>
            <c:spPr>
              <a:solidFill>
                <a:srgbClr val="F7F7F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Presence Score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2025-01-01 - 2025-01-04</c:v>
                  </c:pt>
                  <c:pt idx="1">
                    <c:v>2025-01-05 - 2025-01-11</c:v>
                  </c:pt>
                  <c:pt idx="2">
                    <c:v>2025-01-12 - 2025-01-18</c:v>
                  </c:pt>
                  <c:pt idx="3">
                    <c:v>2025-01-19 - 2025-01-25</c:v>
                  </c:pt>
                  <c:pt idx="4">
                    <c:v>2025-01-26 - 2025-02-01</c:v>
                  </c:pt>
                  <c:pt idx="5">
                    <c:v>2025-02-02 - 2025-02-08</c:v>
                  </c:pt>
                  <c:pt idx="6">
                    <c:v>2025-02-09 - 2025-02-15</c:v>
                  </c:pt>
                  <c:pt idx="7">
                    <c:v>2025-02-16 - 2025-02-22</c:v>
                  </c:pt>
                  <c:pt idx="8">
                    <c:v>2025-02-23 - 2025-03-01</c:v>
                  </c:pt>
                  <c:pt idx="9">
                    <c:v>2025-03-02 - 2025-03-08</c:v>
                  </c:pt>
                  <c:pt idx="10">
                    <c:v>2025-03-09 - 2025-03-15</c:v>
                  </c:pt>
                  <c:pt idx="11">
                    <c:v>2025-03-16 - 2025-03-22</c:v>
                  </c:pt>
                  <c:pt idx="12">
                    <c:v>2025-03-23 - 2025-03-29</c:v>
                  </c:pt>
                  <c:pt idx="13">
                    <c:v>2025-03-30 - 2025-04-05</c:v>
                  </c:pt>
                  <c:pt idx="14">
                    <c:v>2025-04-06 - 2025-04-12</c:v>
                  </c:pt>
                  <c:pt idx="15">
                    <c:v>2025-04-13 - 2025-04-19</c:v>
                  </c:pt>
                  <c:pt idx="16">
                    <c:v>2025-04-20 - 2025-04-26</c:v>
                  </c:pt>
                  <c:pt idx="17">
                    <c:v>2025-04-27 - 2025-05-03</c:v>
                  </c:pt>
                  <c:pt idx="18">
                    <c:v>2025-05-04 - 2025-05-10</c:v>
                  </c:pt>
                  <c:pt idx="19">
                    <c:v>2025-05-11 - 2025-05-17</c:v>
                  </c:pt>
                  <c:pt idx="20">
                    <c:v>2025-05-18 - 2025-05-24</c:v>
                  </c:pt>
                  <c:pt idx="21">
                    <c:v>2025-05-25 - 2025-05-31</c:v>
                  </c:pt>
                  <c:pt idx="22">
                    <c:v>2025-06-01 - 2025-06-07</c:v>
                  </c:pt>
                  <c:pt idx="23">
                    <c:v>2025-06-08 - 2025-06-14</c:v>
                  </c:pt>
                  <c:pt idx="24">
                    <c:v>2025-06-15 - 2025-06-21</c:v>
                  </c:pt>
                  <c:pt idx="25">
                    <c:v>2025-06-22 - 2025-06-28</c:v>
                  </c:pt>
                  <c:pt idx="26">
                    <c:v>2025-06-29 - 2025-07-05</c:v>
                  </c:pt>
                  <c:pt idx="27">
                    <c:v>2025-07-06 - 2025-07-12</c:v>
                  </c:pt>
                  <c:pt idx="28">
                    <c:v>2025-07-13 - 2025-07-19</c:v>
                  </c:pt>
                  <c:pt idx="29">
                    <c:v>2025-07-20 - 2025-07-26</c:v>
                  </c:pt>
                  <c:pt idx="30">
                    <c:v>2025-07-27 - 2025-08-02</c:v>
                  </c:pt>
                  <c:pt idx="31">
                    <c:v>2025-08-03 - 2025-08-09</c:v>
                  </c:pt>
                  <c:pt idx="32">
                    <c:v>2025-08-10 - 2025-08-16</c:v>
                  </c:pt>
                  <c:pt idx="33">
                    <c:v>2025-08-17 - 2025-08-23</c:v>
                  </c:pt>
                  <c:pt idx="34">
                    <c:v>2025-08-24 - 2025-08-30</c:v>
                  </c:pt>
                  <c:pt idx="35">
                    <c:v>2025-08-31 - 2025-09-06</c:v>
                  </c:pt>
                  <c:pt idx="36">
                    <c:v>2025-09-07 - 2025-09-13</c:v>
                  </c:pt>
                  <c:pt idx="37">
                    <c:v>2025-09-14 - 2025-09-20</c:v>
                  </c:pt>
                  <c:pt idx="38">
                    <c:v>2025-09-21 - 2025-09-27</c:v>
                  </c:pt>
                  <c:pt idx="39">
                    <c:v>2025-09-28 - 2025-10-04</c:v>
                  </c:pt>
                  <c:pt idx="40">
                    <c:v>2025-10-05 - 2025-10-11</c:v>
                  </c:pt>
                  <c:pt idx="41">
                    <c:v>2025-10-12 - 2025-10-18</c:v>
                  </c:pt>
                  <c:pt idx="42">
                    <c:v>2025-10-19 - 2025-10-25</c:v>
                  </c:pt>
                  <c:pt idx="43">
                    <c:v>2025-10-26 - 2025-11-01</c:v>
                  </c:pt>
                  <c:pt idx="44">
                    <c:v>2025-11-02 - 2025-11-08</c:v>
                  </c:pt>
                  <c:pt idx="45">
                    <c:v>2025-11-09 - 2025-11-15</c:v>
                  </c:pt>
                  <c:pt idx="46">
                    <c:v>2025-11-16 - 2025-11-22</c:v>
                  </c:pt>
                  <c:pt idx="47">
                    <c:v>2025-11-23 - 2025-11-29</c:v>
                  </c:pt>
                  <c:pt idx="48">
                    <c:v>2025-11-30 - 2025-12-06</c:v>
                  </c:pt>
                  <c:pt idx="49">
                    <c:v>2025-12-07 - 2025-12-13</c:v>
                  </c:pt>
                  <c:pt idx="50">
                    <c:v>2025-12-14 - 2025-12-20</c:v>
                  </c:pt>
                  <c:pt idx="51">
                    <c:v>2025-12-21 - 2025-12-27</c:v>
                  </c:pt>
                  <c:pt idx="52">
                    <c:v>2025-12-28 - 2025-12-31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9</c:v>
                </c:pt>
                <c:pt idx="50">
                  <c:v>31</c:v>
                </c:pt>
                <c:pt idx="51">
                  <c:v>41</c:v>
                </c:pt>
                <c:pt idx="52">
                  <c:v>37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123444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6736" y="4096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hasCustomPrompt="1"/>
          </p:nvPr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30000" r="-30000" t="0" b="0"/>
          <a:stretch/>
        </p:blipFill>
        <p:spPr>
          <a:xfrm>
            <a:off x="1828800" y="0"/>
            <a:ext cx="12192000" cy="6858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5760720"/>
            <a:ext cx="2304288" cy="633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Of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is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2800" y="0"/>
            <a:ext cx="6940800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7200" y="6033600"/>
            <a:ext cx="1360800" cy="37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6.xml"/><Relationship Id="rId28" Type="http://schemas.openxmlformats.org/officeDocument/2006/relationships/slide" Target="slide16.xml"/><Relationship Id="rId29" Type="http://schemas.openxmlformats.org/officeDocument/2006/relationships/slideLayout" Target="../slideLayouts/slideLayout3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brand24.com/result/open/?id=93037347173&amp;h=85c1b16150913fc7471e7fe3f7b366b44816faae&amp;source=panel" TargetMode="External"/><Relationship Id="rId5" Type="http://schemas.openxmlformats.org/officeDocument/2006/relationships/hyperlink" Target="https://app.brand24.com/result/open/?id=93037346560&amp;h=852c477585a25a2fc54383ce71f1a582a793d961&amp;source=panel" TargetMode="External"/><Relationship Id="rId7" Type="http://schemas.openxmlformats.org/officeDocument/2006/relationships/hyperlink" Target="https://app.brand24.com/result/open/?id=93037346267&amp;h=d10948d681b2fdf718d621b5f49c1126645e1c48&amp;source=panel" TargetMode="External"/><Relationship Id="rId10" Type="http://schemas.openxmlformats.org/officeDocument/2006/relationships/hyperlink" Target="https://app.brand24.com/result/open/?id=93037345279&amp;h=35f86d26e77554e7fe7b023e31c92fd565d460c5&amp;source=panel" TargetMode="Externa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svg"/><Relationship Id="rId6" Type="http://schemas.openxmlformats.org/officeDocument/2006/relationships/image" Target="../media/image-4-4.png"/><Relationship Id="rId8" Type="http://schemas.openxmlformats.org/officeDocument/2006/relationships/image" Target="../media/image-4-5.png"/><Relationship Id="rId9" Type="http://schemas.openxmlformats.org/officeDocument/2006/relationships/image" Target="../media/image-4-6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/result/open/?id=93037346267&amp;h=d10948d681b2fdf718d621b5f49c1126645e1c48&amp;source=panel" TargetMode="External"/><Relationship Id="rId4" Type="http://schemas.openxmlformats.org/officeDocument/2006/relationships/hyperlink" Target="/result/open/?id=93037346124&amp;h=5e9caaa64adf1ef910a5c66f0656175bacb2f3dc&amp;source=panel" TargetMode="External"/><Relationship Id="rId6" Type="http://schemas.openxmlformats.org/officeDocument/2006/relationships/hyperlink" Target="/result/open/?id=93037346286&amp;h=44f8cf2df19c540abecb1d1bf098f69e1e1d3523&amp;source=panel" TargetMode="External"/><Relationship Id="rId8" Type="http://schemas.openxmlformats.org/officeDocument/2006/relationships/hyperlink" Target="/result/open/?id=93037346479&amp;h=650639b459607f555c7ae7ef336c21f4eb3023c0&amp;source=panel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image" Target="../media/image-5-3.png"/><Relationship Id="rId7" Type="http://schemas.openxmlformats.org/officeDocument/2006/relationships/image" Target="../media/image-5-4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content-cdg4-3.xx.fbcdn.net/v/t39.30808-6/599927671_122267044070127346_1059127173745194769_n.jpg?_nc_cat=1&amp;ccb=1-7&amp;_nc_sid=833d8d&amp;_nc_ohc=fb0fkjsepcoq7knvwh9nrc7&amp;_nc_oc=adnfy9uohnoafpejxdvz016jhky9yxi6pzb6mrkasivdi_gs7fb7mskooolw4pnkevh-g6k5auxfcuet9gi3d2lj&amp;_nc_zt=23&amp;_nc_ht=scontent-cdg4-3.xx&amp;_nc_gid=vmjpi59dcjfh2bqppqqlyg&amp;oh=00_afllrpx5b_fsdsywfekz-f3b-gqw8yixrffohqyfsx6ihg&amp;oe=69432d0daccord" TargetMode="External"/><Relationship Id="rId2" Type="http://schemas.openxmlformats.org/officeDocument/2006/relationships/hyperlink" Target="https://www.youtube.com/@repporter237_?sub_confirmation=1" TargetMode="External"/><Relationship Id="rId3" Type="http://schemas.openxmlformats.org/officeDocument/2006/relationships/hyperlink" Target="https://www.reddit.com/user/universal_news_tv" TargetMode="External"/><Relationship Id="rId4" Type="http://schemas.openxmlformats.org/officeDocument/2006/relationships/hyperlink" Target="https://www.youtube.com/channel/ucttx4za0kcz5jq0xyhmwoua" TargetMode="External"/><Relationship Id="rId5" Type="http://schemas.openxmlformats.org/officeDocument/2006/relationships/hyperlink" Target="https://www.kassataya.com" TargetMode="External"/><Relationship Id="rId6" Type="http://schemas.openxmlformats.org/officeDocument/2006/relationships/hyperlink" Target="https://www.youtube.com/channel/uciv_ih1ladkqx0_v5ho0zsg?sub_confirmation=1" TargetMode="External"/><Relationship Id="rId7" Type="http://schemas.openxmlformats.org/officeDocument/2006/relationships/hyperlink" Target="https://www.youtube.com/@infos237news4" TargetMode="External"/><Relationship Id="rId8" Type="http://schemas.openxmlformats.org/officeDocument/2006/relationships/hyperlink" Target="https://www.afriquesports.net/" TargetMode="External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FECAFOOT - Analysis</a:t>
            </a: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2025-01-01 - 2025-12-31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722376" y="-1837944"/>
            <a:ext cx="3904488" cy="3904488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78992" cy="1078992"/>
          </a:xfrm>
          <a:prstGeom prst="ellipse">
            <a:avLst/>
          </a:prstGeom>
          <a:solidFill>
            <a:srgbClr val="636363"/>
          </a:solidFill>
          <a:ln w="12700">
            <a:solidFill>
              <a:srgbClr val="6363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57F4A"/>
          </a:solidFill>
          <a:ln w="127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16200000">
            <a:off x="698400" y="6300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00" y="-25236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800" y="8683200"/>
            <a:ext cx="597600" cy="597600"/>
          </a:xfrm>
          <a:prstGeom prst="ellipse">
            <a:avLst/>
          </a:prstGeom>
          <a:solidFill>
            <a:srgbClr val="C2C6CF"/>
          </a:solidFill>
          <a:ln/>
        </p:spPr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986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0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15840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Overview</a:t>
            </a:r>
            <a:endParaRPr lang="en-US" sz="20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986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0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15840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mentions</a:t>
            </a:r>
            <a:endParaRPr lang="en-US" sz="2000" dirty="0"/>
          </a:p>
        </p:txBody>
      </p:sp>
      <p:sp>
        <p:nvSpPr>
          <p:cNvPr id="10" name="Text 8">
            <a:hlinkClick r:id="rId5" tooltip="" action="ppaction://hlinksldjump"/>
          </p:cNvPr>
          <p:cNvSpPr/>
          <p:nvPr/>
        </p:nvSpPr>
        <p:spPr>
          <a:xfrm>
            <a:off x="986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000" dirty="0"/>
          </a:p>
        </p:txBody>
      </p:sp>
      <p:sp>
        <p:nvSpPr>
          <p:cNvPr id="11" name="Text 9">
            <a:hlinkClick r:id="rId6" tooltip="" action="ppaction://hlinksldjump"/>
          </p:cNvPr>
          <p:cNvSpPr/>
          <p:nvPr/>
        </p:nvSpPr>
        <p:spPr>
          <a:xfrm>
            <a:off x="15840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from top public profil...</a:t>
            </a:r>
            <a:endParaRPr lang="en-US" sz="2000" dirty="0"/>
          </a:p>
        </p:txBody>
      </p:sp>
      <p:sp>
        <p:nvSpPr>
          <p:cNvPr id="12" name="Text 10">
            <a:hlinkClick r:id="rId7" tooltip="" action="ppaction://hlinksldjump"/>
          </p:cNvPr>
          <p:cNvSpPr/>
          <p:nvPr/>
        </p:nvSpPr>
        <p:spPr>
          <a:xfrm>
            <a:off x="986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000" dirty="0"/>
          </a:p>
        </p:txBody>
      </p:sp>
      <p:sp>
        <p:nvSpPr>
          <p:cNvPr id="13" name="Text 11">
            <a:hlinkClick r:id="rId8" tooltip="" action="ppaction://hlinksldjump"/>
          </p:cNvPr>
          <p:cNvSpPr/>
          <p:nvPr/>
        </p:nvSpPr>
        <p:spPr>
          <a:xfrm>
            <a:off x="15840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</a:t>
            </a:r>
            <a:endParaRPr lang="en-US" sz="2000" dirty="0"/>
          </a:p>
        </p:txBody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986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000" dirty="0"/>
          </a:p>
        </p:txBody>
      </p:sp>
      <p:sp>
        <p:nvSpPr>
          <p:cNvPr id="15" name="Text 13">
            <a:hlinkClick r:id="rId10" tooltip="" action="ppaction://hlinksldjump"/>
          </p:cNvPr>
          <p:cNvSpPr/>
          <p:nvPr/>
        </p:nvSpPr>
        <p:spPr>
          <a:xfrm>
            <a:off x="15840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</a:t>
            </a:r>
            <a:endParaRPr lang="en-US" sz="2000" dirty="0"/>
          </a:p>
        </p:txBody>
      </p:sp>
      <p:sp>
        <p:nvSpPr>
          <p:cNvPr id="16" name="Text 14">
            <a:hlinkClick r:id="rId11" tooltip="" action="ppaction://hlinksldjump"/>
          </p:cNvPr>
          <p:cNvSpPr/>
          <p:nvPr/>
        </p:nvSpPr>
        <p:spPr>
          <a:xfrm>
            <a:off x="986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000" dirty="0"/>
          </a:p>
        </p:txBody>
      </p:sp>
      <p:sp>
        <p:nvSpPr>
          <p:cNvPr id="17" name="Text 15">
            <a:hlinkClick r:id="rId12" tooltip="" action="ppaction://hlinksldjump"/>
          </p:cNvPr>
          <p:cNvSpPr/>
          <p:nvPr/>
        </p:nvSpPr>
        <p:spPr>
          <a:xfrm>
            <a:off x="15840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by category</a:t>
            </a:r>
            <a:endParaRPr lang="en-US" sz="2000" dirty="0"/>
          </a:p>
        </p:txBody>
      </p:sp>
      <p:sp>
        <p:nvSpPr>
          <p:cNvPr id="18" name="Text 16">
            <a:hlinkClick r:id="rId13" tooltip="" action="ppaction://hlinksldjump"/>
          </p:cNvPr>
          <p:cNvSpPr/>
          <p:nvPr/>
        </p:nvSpPr>
        <p:spPr>
          <a:xfrm>
            <a:off x="986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000" dirty="0"/>
          </a:p>
        </p:txBody>
      </p:sp>
      <p:sp>
        <p:nvSpPr>
          <p:cNvPr id="19" name="Text 17">
            <a:hlinkClick r:id="rId14" tooltip="" action="ppaction://hlinksldjump"/>
          </p:cNvPr>
          <p:cNvSpPr/>
          <p:nvPr/>
        </p:nvSpPr>
        <p:spPr>
          <a:xfrm>
            <a:off x="15840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</a:t>
            </a:r>
            <a:endParaRPr lang="en-US" sz="2000" dirty="0"/>
          </a:p>
        </p:txBody>
      </p:sp>
      <p:sp>
        <p:nvSpPr>
          <p:cNvPr id="20" name="Text 18">
            <a:hlinkClick r:id="rId15" tooltip="" action="ppaction://hlinksldjump"/>
          </p:cNvPr>
          <p:cNvSpPr/>
          <p:nvPr/>
        </p:nvSpPr>
        <p:spPr>
          <a:xfrm>
            <a:off x="60048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1" name="Text 19">
            <a:hlinkClick r:id="rId16" tooltip="" action="ppaction://hlinksldjump"/>
          </p:cNvPr>
          <p:cNvSpPr/>
          <p:nvPr/>
        </p:nvSpPr>
        <p:spPr>
          <a:xfrm>
            <a:off x="6602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 by categories</a:t>
            </a:r>
            <a:endParaRPr lang="en-US" sz="2000" dirty="0"/>
          </a:p>
        </p:txBody>
      </p:sp>
      <p:sp>
        <p:nvSpPr>
          <p:cNvPr id="22" name="Text 20">
            <a:hlinkClick r:id="rId17" tooltip="" action="ppaction://hlinksldjump"/>
          </p:cNvPr>
          <p:cNvSpPr/>
          <p:nvPr/>
        </p:nvSpPr>
        <p:spPr>
          <a:xfrm>
            <a:off x="60048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3" name="Text 21">
            <a:hlinkClick r:id="rId18" tooltip="" action="ppaction://hlinksldjump"/>
          </p:cNvPr>
          <p:cNvSpPr/>
          <p:nvPr/>
        </p:nvSpPr>
        <p:spPr>
          <a:xfrm>
            <a:off x="6602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share of voic...</a:t>
            </a:r>
            <a:endParaRPr lang="en-US" sz="2000" dirty="0"/>
          </a:p>
        </p:txBody>
      </p:sp>
      <p:sp>
        <p:nvSpPr>
          <p:cNvPr id="24" name="Text 22">
            <a:hlinkClick r:id="rId19" tooltip="" action="ppaction://hlinksldjump"/>
          </p:cNvPr>
          <p:cNvSpPr/>
          <p:nvPr/>
        </p:nvSpPr>
        <p:spPr>
          <a:xfrm>
            <a:off x="60048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2000" dirty="0"/>
          </a:p>
        </p:txBody>
      </p:sp>
      <p:sp>
        <p:nvSpPr>
          <p:cNvPr id="25" name="Text 23">
            <a:hlinkClick r:id="rId20" tooltip="" action="ppaction://hlinksldjump"/>
          </p:cNvPr>
          <p:cNvSpPr/>
          <p:nvPr/>
        </p:nvSpPr>
        <p:spPr>
          <a:xfrm>
            <a:off x="6602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followers</a:t>
            </a:r>
            <a:endParaRPr lang="en-US" sz="2000" dirty="0"/>
          </a:p>
        </p:txBody>
      </p:sp>
      <p:sp>
        <p:nvSpPr>
          <p:cNvPr id="26" name="Text 24">
            <a:hlinkClick r:id="rId21" tooltip="" action="ppaction://hlinksldjump"/>
          </p:cNvPr>
          <p:cNvSpPr/>
          <p:nvPr/>
        </p:nvSpPr>
        <p:spPr>
          <a:xfrm>
            <a:off x="60048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2000" dirty="0"/>
          </a:p>
        </p:txBody>
      </p:sp>
      <p:sp>
        <p:nvSpPr>
          <p:cNvPr id="27" name="Text 25">
            <a:hlinkClick r:id="rId22" tooltip="" action="ppaction://hlinksldjump"/>
          </p:cNvPr>
          <p:cNvSpPr/>
          <p:nvPr/>
        </p:nvSpPr>
        <p:spPr>
          <a:xfrm>
            <a:off x="6602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Hashtags and Links</a:t>
            </a:r>
            <a:endParaRPr lang="en-US" sz="2000" dirty="0"/>
          </a:p>
        </p:txBody>
      </p:sp>
      <p:sp>
        <p:nvSpPr>
          <p:cNvPr id="28" name="Text 26">
            <a:hlinkClick r:id="rId23" tooltip="" action="ppaction://hlinksldjump"/>
          </p:cNvPr>
          <p:cNvSpPr/>
          <p:nvPr/>
        </p:nvSpPr>
        <p:spPr>
          <a:xfrm>
            <a:off x="60048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2000" dirty="0"/>
          </a:p>
        </p:txBody>
      </p:sp>
      <p:sp>
        <p:nvSpPr>
          <p:cNvPr id="29" name="Text 27">
            <a:hlinkClick r:id="rId24" tooltip="" action="ppaction://hlinksldjump"/>
          </p:cNvPr>
          <p:cNvSpPr/>
          <p:nvPr/>
        </p:nvSpPr>
        <p:spPr>
          <a:xfrm>
            <a:off x="6602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 active sites</a:t>
            </a:r>
            <a:endParaRPr lang="en-US" sz="2000" dirty="0"/>
          </a:p>
        </p:txBody>
      </p:sp>
      <p:sp>
        <p:nvSpPr>
          <p:cNvPr id="30" name="Text 28">
            <a:hlinkClick r:id="rId25" tooltip="" action="ppaction://hlinksldjump"/>
          </p:cNvPr>
          <p:cNvSpPr/>
          <p:nvPr/>
        </p:nvSpPr>
        <p:spPr>
          <a:xfrm>
            <a:off x="60048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2000" dirty="0"/>
          </a:p>
        </p:txBody>
      </p:sp>
      <p:sp>
        <p:nvSpPr>
          <p:cNvPr id="31" name="Text 29">
            <a:hlinkClick r:id="rId26" tooltip="" action="ppaction://hlinksldjump"/>
          </p:cNvPr>
          <p:cNvSpPr/>
          <p:nvPr/>
        </p:nvSpPr>
        <p:spPr>
          <a:xfrm>
            <a:off x="6602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Presence Score</a:t>
            </a:r>
            <a:endParaRPr lang="en-US" sz="2000" dirty="0"/>
          </a:p>
        </p:txBody>
      </p:sp>
      <p:sp>
        <p:nvSpPr>
          <p:cNvPr id="32" name="Text 30">
            <a:hlinkClick r:id="rId27" tooltip="" action="ppaction://hlinksldjump"/>
          </p:cNvPr>
          <p:cNvSpPr/>
          <p:nvPr/>
        </p:nvSpPr>
        <p:spPr>
          <a:xfrm>
            <a:off x="60048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2000" dirty="0"/>
          </a:p>
        </p:txBody>
      </p:sp>
      <p:sp>
        <p:nvSpPr>
          <p:cNvPr id="33" name="Text 31">
            <a:hlinkClick r:id="rId28" tooltip="" action="ppaction://hlinksldjump"/>
          </p:cNvPr>
          <p:cNvSpPr/>
          <p:nvPr/>
        </p:nvSpPr>
        <p:spPr>
          <a:xfrm>
            <a:off x="6602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emojis ...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0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4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mentions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4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728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4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4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8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reach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88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8.4M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88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48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2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Positive mentions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92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92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96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Negative mentions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96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158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596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56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00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Average Presence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0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2/100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00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+100%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0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4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4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$514K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4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44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88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88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5.2M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988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48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92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reach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92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3.2M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292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96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User generated content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96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283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596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56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900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mentions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900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259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900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0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4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mentions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4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469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84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4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88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reactions (e.g. likes)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88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41K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988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48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92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comments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92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743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5292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52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596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shares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96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1 179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596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56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900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social media interactions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00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43K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9900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0000" y="5940000"/>
            <a:ext cx="1111212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% Change: Percentage compared to the previous data range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most popular mentions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christian_mdf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144 K followers • 2025-12-10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MARC BRYS DÉFINITIVEMENT RENVOYÉ ! Et surprise totale : le MINSEP soutient of...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5" tooltip="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Onana’s Afcon fate revealed...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thesun.co.uk • 2025-12-12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Onana is at the centre of an ugly tug-of-war between two leadership factions ...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7" tooltip="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Derek Katey Caesar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1.3 M followers • 2025-12-12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JUST IN: Andre Onana will not feature at the ... [...] Samuel Eto’o, who rece...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10" tooltip="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Cameroon had a chaotic AFCO...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nytimes.com • 2025-12-28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[...] might, in some ways, come to symbolise the civil war that has ripped th...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from top public profiles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Derek Katey Caesar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1.3 M followers • 2025-12-12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recently marked his fourth year as president of FECAFOOT, is locked in a bitt...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4" tooltip="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Bóng Đá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1.5 M followers • 2025-12-14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‼️ BÁO ĐEN ETO O LOẠI HẬU BỐI KHỎI ĐỘI TUYỂN VÌ LO SỢ KỶ LỤC CỦA MÌNH SẼ BỊ P...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C8FFE7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7F4A"/>
                </a:solidFill>
              </a:rPr>
              <a:t>Positive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6" tooltip="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Beatrice Doudou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331 K followers • 2025-12-14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football. Le Cameroun avance. Le Cameroun inspire. : Fecafoot - Officiel #bea...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8" tooltip="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FabiolaMN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x.com • 2589 followers • 2025-12-27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On parle du conflit fecafoot minsep Pagou dit qu’il est juste entraîneur il n...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by category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 by categories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share of voice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0000" y="1810800"/>
          <a:ext cx="6840000" cy="2880000"/>
        </p:xfrm>
        <a:graphic>
          <a:graphicData uri="http://schemas.openxmlformats.org/drawingml/2006/table">
            <a:tbl>
              <a:tblPr/>
              <a:tblGrid>
                <a:gridCol w="540000"/>
                <a:gridCol w="1980000"/>
                <a:gridCol w="1440000"/>
                <a:gridCol w="1440000"/>
                <a:gridCol w="144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Share of Voice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grok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x.com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579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11.052%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Benji infos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523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9.997%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Beatrice Doudou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429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8.185%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Derek Katey Caesar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291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5.56%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Bóng Đá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284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5.428%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72000" y="2422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72000" y="2962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72000" y="3502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72000" y="4042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72000" y="4582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followers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0000" y="1810800"/>
          <a:ext cx="9720000" cy="2880000"/>
        </p:xfrm>
        <a:graphic>
          <a:graphicData uri="http://schemas.openxmlformats.org/drawingml/2006/table">
            <a:tbl>
              <a:tblPr/>
              <a:tblGrid>
                <a:gridCol w="720000"/>
                <a:gridCol w="2880000"/>
                <a:gridCol w="1080000"/>
                <a:gridCol w="1681200"/>
                <a:gridCol w="1681200"/>
                <a:gridCol w="16776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Followers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Influencer Score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grok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x.com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579 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7.2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RMC Sport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90 180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4.5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Diario Sport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65 129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3.3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Fútbol Mundial.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54 329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2.7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RFI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youtube.com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2990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2.2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48000" y="2440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48000" y="2980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48000" y="3520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48000" y="4060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48000" y="4600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Trending Hashtags and Links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2314800"/>
                <a:gridCol w="2314800"/>
              </a:tblGrid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Hashtag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#fecafoot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#cameroun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#samueletoo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#minsep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#lionsindomptables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#marcbrys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#can2025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#footballcamerounais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3549600"/>
                <a:gridCol w="1080000"/>
              </a:tblGrid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https://scontent-cdg4-3.xx.fbcdn...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https://www.youtube.com/@repport...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https://www.reddit.com/user/univ...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https://www.youtube.com/channel/...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https://www.kassataya.com...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https://www.youtube.com/channel/...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https://www.youtube.com/@infos23...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https://www.afriquesports.net/...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active sites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720000"/>
                <a:gridCol w="2829600"/>
                <a:gridCol w="108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x.com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facebook.com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youtube.com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actucameroun.com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lebledparle.com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720000"/>
                <a:gridCol w="2829600"/>
                <a:gridCol w="108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camfoot.com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africatopsuccess.com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237actu.com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237online.com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maliactu.net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1600" y="2296800"/>
            <a:ext cx="324000" cy="324000"/>
          </a:xfrm>
          <a:prstGeom prst="ellipse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1600" y="2836800"/>
            <a:ext cx="324000" cy="324000"/>
          </a:xfrm>
          <a:prstGeom prst="ellipse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81600" y="3376800"/>
            <a:ext cx="324000" cy="324000"/>
          </a:xfrm>
          <a:prstGeom prst="ellipse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81600" y="3916800"/>
            <a:ext cx="324000" cy="324000"/>
          </a:xfrm>
          <a:prstGeom prst="ellipse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81600" y="4456800"/>
            <a:ext cx="324000" cy="324000"/>
          </a:xfrm>
          <a:prstGeom prst="ellipse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39200" y="2296800"/>
            <a:ext cx="324000" cy="324000"/>
          </a:xfrm>
          <a:prstGeom prst="ellipse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39200" y="2836800"/>
            <a:ext cx="324000" cy="324000"/>
          </a:xfrm>
          <a:prstGeom prst="ellipse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39200" y="3376800"/>
            <a:ext cx="324000" cy="324000"/>
          </a:xfrm>
          <a:prstGeom prst="ellipse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39200" y="3916800"/>
            <a:ext cx="324000" cy="324000"/>
          </a:xfrm>
          <a:prstGeom prst="ellipse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739200" y="4456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 Presence Score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48000" y="2826000"/>
            <a:ext cx="9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534"/>
                </a:solidFill>
              </a:rPr>
              <a:t>37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57200" y="4456800"/>
            <a:ext cx="3286800" cy="42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AB4C0"/>
                </a:solidFill>
              </a:rPr>
              <a:t>Your Presence Score is higher than 66% of brands</a:t>
            </a:r>
            <a:endParaRPr lang="en-US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731600" y="2037600"/>
          <a:ext cx="2300400" cy="23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727600" y="2037600"/>
          <a:ext cx="5662800" cy="333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141" y="1159200"/>
            <a:ext cx="9176918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of a discussion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141" y="1519200"/>
            <a:ext cx="9176918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350800" y="1069200"/>
            <a:ext cx="1710000" cy="1710000"/>
          </a:xfrm>
          <a:prstGeom prst="ellipse">
            <a:avLst/>
          </a:prstGeom>
          <a:solidFill>
            <a:srgbClr val="E4E8EB"/>
          </a:solidFill>
          <a:ln/>
        </p:spPr>
      </p:sp>
      <p:sp>
        <p:nvSpPr>
          <p:cNvPr id="4" name="Shape 2"/>
          <p:cNvSpPr/>
          <p:nvPr/>
        </p:nvSpPr>
        <p:spPr>
          <a:xfrm>
            <a:off x="9936000" y="799200"/>
            <a:ext cx="993600" cy="993600"/>
          </a:xfrm>
          <a:prstGeom prst="ellipse">
            <a:avLst/>
          </a:prstGeom>
          <a:solidFill>
            <a:srgbClr val="636363"/>
          </a:solidFill>
          <a:ln/>
        </p:spPr>
      </p:sp>
      <p:sp>
        <p:nvSpPr>
          <p:cNvPr id="5" name="Shape 3"/>
          <p:cNvSpPr/>
          <p:nvPr/>
        </p:nvSpPr>
        <p:spPr>
          <a:xfrm>
            <a:off x="11134800" y="5536800"/>
            <a:ext cx="493200" cy="493200"/>
          </a:xfrm>
          <a:prstGeom prst="ellipse">
            <a:avLst/>
          </a:prstGeom>
          <a:solidFill>
            <a:srgbClr val="057F4A"/>
          </a:solidFill>
          <a:ln/>
        </p:spPr>
      </p:sp>
      <p:sp>
        <p:nvSpPr>
          <p:cNvPr id="6" name="Shape 4"/>
          <p:cNvSpPr/>
          <p:nvPr/>
        </p:nvSpPr>
        <p:spPr>
          <a:xfrm>
            <a:off x="-1468800" y="49464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2026-01-06T11:15:37Z</dcterms:created>
  <dcterms:modified xsi:type="dcterms:W3CDTF">2026-01-06T11:15:37Z</dcterms:modified>
</cp:coreProperties>
</file>